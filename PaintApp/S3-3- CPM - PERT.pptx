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448" r:id="rId2"/>
    <p:sldId id="449" r:id="rId3"/>
    <p:sldId id="450" r:id="rId4"/>
    <p:sldId id="451" r:id="rId5"/>
    <p:sldId id="477" r:id="rId6"/>
    <p:sldId id="452" r:id="rId7"/>
    <p:sldId id="453" r:id="rId8"/>
    <p:sldId id="454" r:id="rId9"/>
    <p:sldId id="455" r:id="rId10"/>
    <p:sldId id="459" r:id="rId11"/>
    <p:sldId id="458" r:id="rId12"/>
    <p:sldId id="457" r:id="rId13"/>
    <p:sldId id="464" r:id="rId14"/>
    <p:sldId id="465" r:id="rId15"/>
    <p:sldId id="460" r:id="rId16"/>
    <p:sldId id="466" r:id="rId17"/>
    <p:sldId id="468" r:id="rId18"/>
    <p:sldId id="469" r:id="rId19"/>
    <p:sldId id="461" r:id="rId20"/>
    <p:sldId id="462" r:id="rId21"/>
    <p:sldId id="470" r:id="rId22"/>
    <p:sldId id="463" r:id="rId23"/>
    <p:sldId id="471" r:id="rId24"/>
    <p:sldId id="472" r:id="rId25"/>
    <p:sldId id="473" r:id="rId26"/>
    <p:sldId id="476" r:id="rId27"/>
    <p:sldId id="478" r:id="rId28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E2C190-B7AA-433C-AE6E-EF9A2F6B8CDC}" v="19" dt="2025-05-19T15:59:41.1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7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esús Israel Hernández Hernández" userId="f862f2d9-541e-4564-ae7f-97c1e7ba1748" providerId="ADAL" clId="{C8E2C190-B7AA-433C-AE6E-EF9A2F6B8CDC}"/>
    <pc:docChg chg="undo redo custSel addSld delSld modSld">
      <pc:chgData name="Jesús Israel Hernández Hernández" userId="f862f2d9-541e-4564-ae7f-97c1e7ba1748" providerId="ADAL" clId="{C8E2C190-B7AA-433C-AE6E-EF9A2F6B8CDC}" dt="2025-05-19T15:59:46.640" v="461" actId="478"/>
      <pc:docMkLst>
        <pc:docMk/>
      </pc:docMkLst>
      <pc:sldChg chg="modSp mod">
        <pc:chgData name="Jesús Israel Hernández Hernández" userId="f862f2d9-541e-4564-ae7f-97c1e7ba1748" providerId="ADAL" clId="{C8E2C190-B7AA-433C-AE6E-EF9A2F6B8CDC}" dt="2025-05-19T15:54:32.816" v="233" actId="20577"/>
        <pc:sldMkLst>
          <pc:docMk/>
          <pc:sldMk cId="1654386380" sldId="448"/>
        </pc:sldMkLst>
        <pc:spChg chg="mod">
          <ac:chgData name="Jesús Israel Hernández Hernández" userId="f862f2d9-541e-4564-ae7f-97c1e7ba1748" providerId="ADAL" clId="{C8E2C190-B7AA-433C-AE6E-EF9A2F6B8CDC}" dt="2025-05-19T15:54:32.816" v="233" actId="20577"/>
          <ac:spMkLst>
            <pc:docMk/>
            <pc:sldMk cId="1654386380" sldId="448"/>
            <ac:spMk id="3" creationId="{F72BA074-EA98-512D-FC5F-6939A91BFDDC}"/>
          </ac:spMkLst>
        </pc:spChg>
        <pc:spChg chg="mod">
          <ac:chgData name="Jesús Israel Hernández Hernández" userId="f862f2d9-541e-4564-ae7f-97c1e7ba1748" providerId="ADAL" clId="{C8E2C190-B7AA-433C-AE6E-EF9A2F6B8CDC}" dt="2025-05-19T15:54:13.146" v="198" actId="20577"/>
          <ac:spMkLst>
            <pc:docMk/>
            <pc:sldMk cId="1654386380" sldId="448"/>
            <ac:spMk id="5" creationId="{5BE67E69-8E8A-AD7E-6112-FBF19446608D}"/>
          </ac:spMkLst>
        </pc:spChg>
      </pc:sldChg>
      <pc:sldChg chg="modSp mod">
        <pc:chgData name="Jesús Israel Hernández Hernández" userId="f862f2d9-541e-4564-ae7f-97c1e7ba1748" providerId="ADAL" clId="{C8E2C190-B7AA-433C-AE6E-EF9A2F6B8CDC}" dt="2025-05-19T15:50:50.800" v="30" actId="5793"/>
        <pc:sldMkLst>
          <pc:docMk/>
          <pc:sldMk cId="2162811090" sldId="449"/>
        </pc:sldMkLst>
        <pc:spChg chg="mod">
          <ac:chgData name="Jesús Israel Hernández Hernández" userId="f862f2d9-541e-4564-ae7f-97c1e7ba1748" providerId="ADAL" clId="{C8E2C190-B7AA-433C-AE6E-EF9A2F6B8CDC}" dt="2025-05-19T15:50:50.800" v="30" actId="5793"/>
          <ac:spMkLst>
            <pc:docMk/>
            <pc:sldMk cId="2162811090" sldId="449"/>
            <ac:spMk id="4" creationId="{D1440E70-5E28-01A3-77A7-66C433550FF8}"/>
          </ac:spMkLst>
        </pc:spChg>
      </pc:sldChg>
      <pc:sldChg chg="modSp mod">
        <pc:chgData name="Jesús Israel Hernández Hernández" userId="f862f2d9-541e-4564-ae7f-97c1e7ba1748" providerId="ADAL" clId="{C8E2C190-B7AA-433C-AE6E-EF9A2F6B8CDC}" dt="2025-05-19T15:51:55.830" v="114" actId="13926"/>
        <pc:sldMkLst>
          <pc:docMk/>
          <pc:sldMk cId="290224008" sldId="450"/>
        </pc:sldMkLst>
        <pc:spChg chg="mod">
          <ac:chgData name="Jesús Israel Hernández Hernández" userId="f862f2d9-541e-4564-ae7f-97c1e7ba1748" providerId="ADAL" clId="{C8E2C190-B7AA-433C-AE6E-EF9A2F6B8CDC}" dt="2025-05-19T15:51:55.830" v="114" actId="13926"/>
          <ac:spMkLst>
            <pc:docMk/>
            <pc:sldMk cId="290224008" sldId="450"/>
            <ac:spMk id="3" creationId="{1EB998FB-8F65-4868-9ADD-32099541C899}"/>
          </ac:spMkLst>
        </pc:spChg>
      </pc:sldChg>
      <pc:sldChg chg="modSp mod">
        <pc:chgData name="Jesús Israel Hernández Hernández" userId="f862f2d9-541e-4564-ae7f-97c1e7ba1748" providerId="ADAL" clId="{C8E2C190-B7AA-433C-AE6E-EF9A2F6B8CDC}" dt="2025-05-19T15:52:38.979" v="143" actId="20577"/>
        <pc:sldMkLst>
          <pc:docMk/>
          <pc:sldMk cId="1898198159" sldId="451"/>
        </pc:sldMkLst>
        <pc:spChg chg="mod">
          <ac:chgData name="Jesús Israel Hernández Hernández" userId="f862f2d9-541e-4564-ae7f-97c1e7ba1748" providerId="ADAL" clId="{C8E2C190-B7AA-433C-AE6E-EF9A2F6B8CDC}" dt="2025-05-19T15:52:38.979" v="143" actId="20577"/>
          <ac:spMkLst>
            <pc:docMk/>
            <pc:sldMk cId="1898198159" sldId="451"/>
            <ac:spMk id="4" creationId="{9184AF13-695D-8F21-3540-A4F1199C461F}"/>
          </ac:spMkLst>
        </pc:spChg>
      </pc:sldChg>
      <pc:sldChg chg="modSp mod">
        <pc:chgData name="Jesús Israel Hernández Hernández" userId="f862f2d9-541e-4564-ae7f-97c1e7ba1748" providerId="ADAL" clId="{C8E2C190-B7AA-433C-AE6E-EF9A2F6B8CDC}" dt="2025-05-19T15:55:05.308" v="274" actId="20577"/>
        <pc:sldMkLst>
          <pc:docMk/>
          <pc:sldMk cId="49897569" sldId="454"/>
        </pc:sldMkLst>
        <pc:spChg chg="mod">
          <ac:chgData name="Jesús Israel Hernández Hernández" userId="f862f2d9-541e-4564-ae7f-97c1e7ba1748" providerId="ADAL" clId="{C8E2C190-B7AA-433C-AE6E-EF9A2F6B8CDC}" dt="2025-05-19T15:55:05.308" v="274" actId="20577"/>
          <ac:spMkLst>
            <pc:docMk/>
            <pc:sldMk cId="49897569" sldId="454"/>
            <ac:spMk id="5" creationId="{2F7B8DFA-9484-F82E-BAFB-34EAA4EB8BF8}"/>
          </ac:spMkLst>
        </pc:spChg>
      </pc:sldChg>
      <pc:sldChg chg="modSp mod">
        <pc:chgData name="Jesús Israel Hernández Hernández" userId="f862f2d9-541e-4564-ae7f-97c1e7ba1748" providerId="ADAL" clId="{C8E2C190-B7AA-433C-AE6E-EF9A2F6B8CDC}" dt="2025-05-19T15:55:42.123" v="317"/>
        <pc:sldMkLst>
          <pc:docMk/>
          <pc:sldMk cId="1671561408" sldId="455"/>
        </pc:sldMkLst>
        <pc:spChg chg="mod">
          <ac:chgData name="Jesús Israel Hernández Hernández" userId="f862f2d9-541e-4564-ae7f-97c1e7ba1748" providerId="ADAL" clId="{C8E2C190-B7AA-433C-AE6E-EF9A2F6B8CDC}" dt="2025-05-19T15:55:42.123" v="317"/>
          <ac:spMkLst>
            <pc:docMk/>
            <pc:sldMk cId="1671561408" sldId="455"/>
            <ac:spMk id="3" creationId="{2D2C363F-0E66-B9E5-FBB6-AD486E8FCC12}"/>
          </ac:spMkLst>
        </pc:spChg>
        <pc:spChg chg="mod">
          <ac:chgData name="Jesús Israel Hernández Hernández" userId="f862f2d9-541e-4564-ae7f-97c1e7ba1748" providerId="ADAL" clId="{C8E2C190-B7AA-433C-AE6E-EF9A2F6B8CDC}" dt="2025-05-19T15:55:25.986" v="316" actId="20577"/>
          <ac:spMkLst>
            <pc:docMk/>
            <pc:sldMk cId="1671561408" sldId="455"/>
            <ac:spMk id="5" creationId="{C7FDE616-8ACE-49C2-F01F-42DECA59621B}"/>
          </ac:spMkLst>
        </pc:spChg>
      </pc:sldChg>
      <pc:sldChg chg="del">
        <pc:chgData name="Jesús Israel Hernández Hernández" userId="f862f2d9-541e-4564-ae7f-97c1e7ba1748" providerId="ADAL" clId="{C8E2C190-B7AA-433C-AE6E-EF9A2F6B8CDC}" dt="2025-05-19T15:52:52.602" v="146" actId="47"/>
        <pc:sldMkLst>
          <pc:docMk/>
          <pc:sldMk cId="3025417269" sldId="456"/>
        </pc:sldMkLst>
      </pc:sldChg>
      <pc:sldChg chg="modSp mod">
        <pc:chgData name="Jesús Israel Hernández Hernández" userId="f862f2d9-541e-4564-ae7f-97c1e7ba1748" providerId="ADAL" clId="{C8E2C190-B7AA-433C-AE6E-EF9A2F6B8CDC}" dt="2025-05-19T15:56:25.433" v="353"/>
        <pc:sldMkLst>
          <pc:docMk/>
          <pc:sldMk cId="2005108071" sldId="457"/>
        </pc:sldMkLst>
        <pc:spChg chg="mod">
          <ac:chgData name="Jesús Israel Hernández Hernández" userId="f862f2d9-541e-4564-ae7f-97c1e7ba1748" providerId="ADAL" clId="{C8E2C190-B7AA-433C-AE6E-EF9A2F6B8CDC}" dt="2025-05-19T15:56:25.433" v="353"/>
          <ac:spMkLst>
            <pc:docMk/>
            <pc:sldMk cId="2005108071" sldId="457"/>
            <ac:spMk id="3" creationId="{64E539DB-26D9-812E-7A8A-4B0680A50266}"/>
          </ac:spMkLst>
        </pc:spChg>
        <pc:spChg chg="mod">
          <ac:chgData name="Jesús Israel Hernández Hernández" userId="f862f2d9-541e-4564-ae7f-97c1e7ba1748" providerId="ADAL" clId="{C8E2C190-B7AA-433C-AE6E-EF9A2F6B8CDC}" dt="2025-05-19T15:56:07.084" v="352" actId="20577"/>
          <ac:spMkLst>
            <pc:docMk/>
            <pc:sldMk cId="2005108071" sldId="457"/>
            <ac:spMk id="5" creationId="{F99A2305-9F8A-831D-88BE-746E1EE5E756}"/>
          </ac:spMkLst>
        </pc:spChg>
      </pc:sldChg>
      <pc:sldChg chg="modSp mod">
        <pc:chgData name="Jesús Israel Hernández Hernández" userId="f862f2d9-541e-4564-ae7f-97c1e7ba1748" providerId="ADAL" clId="{C8E2C190-B7AA-433C-AE6E-EF9A2F6B8CDC}" dt="2025-05-19T15:57:03.650" v="358" actId="20577"/>
        <pc:sldMkLst>
          <pc:docMk/>
          <pc:sldMk cId="1325647682" sldId="462"/>
        </pc:sldMkLst>
        <pc:spChg chg="mod">
          <ac:chgData name="Jesús Israel Hernández Hernández" userId="f862f2d9-541e-4564-ae7f-97c1e7ba1748" providerId="ADAL" clId="{C8E2C190-B7AA-433C-AE6E-EF9A2F6B8CDC}" dt="2025-05-19T15:57:03.650" v="358" actId="20577"/>
          <ac:spMkLst>
            <pc:docMk/>
            <pc:sldMk cId="1325647682" sldId="462"/>
            <ac:spMk id="3" creationId="{1729EFC6-6F06-4E6F-C873-C501514FA267}"/>
          </ac:spMkLst>
        </pc:spChg>
      </pc:sldChg>
      <pc:sldChg chg="modSp mod">
        <pc:chgData name="Jesús Israel Hernández Hernández" userId="f862f2d9-541e-4564-ae7f-97c1e7ba1748" providerId="ADAL" clId="{C8E2C190-B7AA-433C-AE6E-EF9A2F6B8CDC}" dt="2025-05-19T15:57:47.614" v="390" actId="20577"/>
        <pc:sldMkLst>
          <pc:docMk/>
          <pc:sldMk cId="715151028" sldId="471"/>
        </pc:sldMkLst>
        <pc:spChg chg="mod">
          <ac:chgData name="Jesús Israel Hernández Hernández" userId="f862f2d9-541e-4564-ae7f-97c1e7ba1748" providerId="ADAL" clId="{C8E2C190-B7AA-433C-AE6E-EF9A2F6B8CDC}" dt="2025-05-19T15:57:17.044" v="366" actId="20577"/>
          <ac:spMkLst>
            <pc:docMk/>
            <pc:sldMk cId="715151028" sldId="471"/>
            <ac:spMk id="5" creationId="{D1808015-A848-DA2F-C849-5D86E390D26F}"/>
          </ac:spMkLst>
        </pc:spChg>
        <pc:spChg chg="mod">
          <ac:chgData name="Jesús Israel Hernández Hernández" userId="f862f2d9-541e-4564-ae7f-97c1e7ba1748" providerId="ADAL" clId="{C8E2C190-B7AA-433C-AE6E-EF9A2F6B8CDC}" dt="2025-05-19T15:57:47.614" v="390" actId="20577"/>
          <ac:spMkLst>
            <pc:docMk/>
            <pc:sldMk cId="715151028" sldId="471"/>
            <ac:spMk id="3100" creationId="{0E2126AB-338F-1D59-E28A-CDA611478489}"/>
          </ac:spMkLst>
        </pc:spChg>
      </pc:sldChg>
      <pc:sldChg chg="modSp mod">
        <pc:chgData name="Jesús Israel Hernández Hernández" userId="f862f2d9-541e-4564-ae7f-97c1e7ba1748" providerId="ADAL" clId="{C8E2C190-B7AA-433C-AE6E-EF9A2F6B8CDC}" dt="2025-05-19T15:59:20.572" v="457"/>
        <pc:sldMkLst>
          <pc:docMk/>
          <pc:sldMk cId="3097144519" sldId="472"/>
        </pc:sldMkLst>
        <pc:spChg chg="mod">
          <ac:chgData name="Jesús Israel Hernández Hernández" userId="f862f2d9-541e-4564-ae7f-97c1e7ba1748" providerId="ADAL" clId="{C8E2C190-B7AA-433C-AE6E-EF9A2F6B8CDC}" dt="2025-05-19T15:59:20.572" v="457"/>
          <ac:spMkLst>
            <pc:docMk/>
            <pc:sldMk cId="3097144519" sldId="472"/>
            <ac:spMk id="3100" creationId="{88AEF718-07BB-EEC3-00D6-D6C778B47D1A}"/>
          </ac:spMkLst>
        </pc:spChg>
      </pc:sldChg>
      <pc:sldChg chg="del">
        <pc:chgData name="Jesús Israel Hernández Hernández" userId="f862f2d9-541e-4564-ae7f-97c1e7ba1748" providerId="ADAL" clId="{C8E2C190-B7AA-433C-AE6E-EF9A2F6B8CDC}" dt="2025-05-19T15:59:33.343" v="458" actId="47"/>
        <pc:sldMkLst>
          <pc:docMk/>
          <pc:sldMk cId="2928620773" sldId="474"/>
        </pc:sldMkLst>
      </pc:sldChg>
      <pc:sldChg chg="del">
        <pc:chgData name="Jesús Israel Hernández Hernández" userId="f862f2d9-541e-4564-ae7f-97c1e7ba1748" providerId="ADAL" clId="{C8E2C190-B7AA-433C-AE6E-EF9A2F6B8CDC}" dt="2025-05-19T15:59:43.410" v="460" actId="47"/>
        <pc:sldMkLst>
          <pc:docMk/>
          <pc:sldMk cId="3139902951" sldId="475"/>
        </pc:sldMkLst>
      </pc:sldChg>
      <pc:sldChg chg="addSp delSp modSp mod">
        <pc:chgData name="Jesús Israel Hernández Hernández" userId="f862f2d9-541e-4564-ae7f-97c1e7ba1748" providerId="ADAL" clId="{C8E2C190-B7AA-433C-AE6E-EF9A2F6B8CDC}" dt="2025-05-19T15:59:46.640" v="461" actId="478"/>
        <pc:sldMkLst>
          <pc:docMk/>
          <pc:sldMk cId="3890600588" sldId="476"/>
        </pc:sldMkLst>
        <pc:spChg chg="mod">
          <ac:chgData name="Jesús Israel Hernández Hernández" userId="f862f2d9-541e-4564-ae7f-97c1e7ba1748" providerId="ADAL" clId="{C8E2C190-B7AA-433C-AE6E-EF9A2F6B8CDC}" dt="2025-05-19T15:49:02.512" v="3" actId="20577"/>
          <ac:spMkLst>
            <pc:docMk/>
            <pc:sldMk cId="3890600588" sldId="476"/>
            <ac:spMk id="4" creationId="{6CA1AE5B-7C8E-0168-A76E-6E6FEF53EA1F}"/>
          </ac:spMkLst>
        </pc:spChg>
        <pc:spChg chg="del mod">
          <ac:chgData name="Jesús Israel Hernández Hernández" userId="f862f2d9-541e-4564-ae7f-97c1e7ba1748" providerId="ADAL" clId="{C8E2C190-B7AA-433C-AE6E-EF9A2F6B8CDC}" dt="2025-05-19T15:59:46.640" v="461" actId="478"/>
          <ac:spMkLst>
            <pc:docMk/>
            <pc:sldMk cId="3890600588" sldId="476"/>
            <ac:spMk id="6" creationId="{3005E4AF-A87E-36E7-E67C-8B36B93DE722}"/>
          </ac:spMkLst>
        </pc:spChg>
        <pc:spChg chg="add">
          <ac:chgData name="Jesús Israel Hernández Hernández" userId="f862f2d9-541e-4564-ae7f-97c1e7ba1748" providerId="ADAL" clId="{C8E2C190-B7AA-433C-AE6E-EF9A2F6B8CDC}" dt="2025-05-19T15:48:31.210" v="0"/>
          <ac:spMkLst>
            <pc:docMk/>
            <pc:sldMk cId="3890600588" sldId="476"/>
            <ac:spMk id="7" creationId="{C6212F85-1E18-2806-C67B-09533F36CD78}"/>
          </ac:spMkLst>
        </pc:spChg>
      </pc:sldChg>
      <pc:sldChg chg="modSp add mod">
        <pc:chgData name="Jesús Israel Hernández Hernández" userId="f862f2d9-541e-4564-ae7f-97c1e7ba1748" providerId="ADAL" clId="{C8E2C190-B7AA-433C-AE6E-EF9A2F6B8CDC}" dt="2025-05-19T15:53:54.914" v="174" actId="20577"/>
        <pc:sldMkLst>
          <pc:docMk/>
          <pc:sldMk cId="869354160" sldId="477"/>
        </pc:sldMkLst>
        <pc:spChg chg="mod">
          <ac:chgData name="Jesús Israel Hernández Hernández" userId="f862f2d9-541e-4564-ae7f-97c1e7ba1748" providerId="ADAL" clId="{C8E2C190-B7AA-433C-AE6E-EF9A2F6B8CDC}" dt="2025-05-19T15:53:54.914" v="174" actId="20577"/>
          <ac:spMkLst>
            <pc:docMk/>
            <pc:sldMk cId="869354160" sldId="477"/>
            <ac:spMk id="4" creationId="{BDD2D86C-F201-2417-9D6E-F1CFEB2FD574}"/>
          </ac:spMkLst>
        </pc:spChg>
      </pc:sldChg>
      <pc:sldChg chg="add">
        <pc:chgData name="Jesús Israel Hernández Hernández" userId="f862f2d9-541e-4564-ae7f-97c1e7ba1748" providerId="ADAL" clId="{C8E2C190-B7AA-433C-AE6E-EF9A2F6B8CDC}" dt="2025-05-19T15:59:41.104" v="459"/>
        <pc:sldMkLst>
          <pc:docMk/>
          <pc:sldMk cId="528029305" sldId="4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F42675-CB71-479D-A6DF-2C9CAD69D989}" type="datetimeFigureOut">
              <a:rPr lang="es-MX" smtClean="0"/>
              <a:t>19/05/2025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E25C97-2507-4769-AF89-F3D62E89B941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4729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53C74-1D9F-372D-0533-2AA3C9E003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33934793-7612-DFE8-0DA7-460C45FC25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CA52B15A-D422-E464-8B5B-52170807FD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4649E378-3CC4-D99B-CE60-38A36F5F66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1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4487829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67E1E-0B1E-3A5F-6A6B-5A3F98953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0A293CD0-BC81-9BBD-1F68-0209FE55AD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729B4223-F2E2-8BEA-114F-805FC3D670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A9F0B134-B3C1-DFC8-E7CF-0C6ED72D79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2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2188691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EA2863-90D5-D364-5946-E088168530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C5DD0E1C-7AF7-E9DD-360F-587F90C3D45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FA955305-8A61-7835-9B3D-0241A1F920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6E881825-FB79-96D7-CAAB-66413A4809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3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1772213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F5B20-1D96-9B48-DFB6-1AB82AD26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6F07E4CE-831D-C5FC-E67D-AC41B95D8D6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E6DB7291-6956-C2B5-B99D-2D20E28E8C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6F650F14-73A5-BD8A-7920-735782BE30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4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2854171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64D49-FD7A-36E6-B7F2-E86C0F741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D1F987C8-9123-609F-EFB3-6D7C05A3DD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CDE11716-5EA8-712F-0C7A-BA011B6568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84668962-5568-2DDE-12C9-7ACBA0075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5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2299636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D7BFC-DE71-F416-2654-FE9AD34B9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6582D8F0-011C-5DA5-E492-6C5A94B275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B6728E30-1626-D160-D636-3BC90D5F3F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C74141C6-6819-2F31-AB71-2A962BD6BC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6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6785289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35A42-ACFA-469A-F177-F36857610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171DA2A6-D3EA-27FD-90CB-43EBA3778BE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38EF0178-5B41-2F45-83EA-09256F29A1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AC284F94-DF88-166D-3108-75440F80B1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7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7118494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44AD1-A45A-E694-4CEF-1DD52B32F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6E9A90D9-D62C-39FD-C177-F909FF1479F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F9E6FD0E-8E16-E4E7-5A72-D902B3B0BB2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71E41DC1-405B-7090-DF59-8FDD964E941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8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5859512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0E6BAF-F7D7-86A1-8038-AB6B10A845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BD38DF9E-A761-D6F7-0AE1-FF775FC943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6F3D45D6-F9D4-BF89-4392-281144841C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FCCF4CF2-6777-C65A-2D07-94620983A2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9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63670439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3793C-5CA6-4C0A-7BD0-F66A2DAA5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C6036744-A60D-23B4-443D-9ACA9B87C22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07EB262F-B24F-CDB0-3A78-497430789E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7F932339-240D-698B-661B-E647D76AAD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10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0273333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F58CA-A023-5CCC-92C1-F079FC8A9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74D85EB1-1A54-8584-A613-B2D070B498A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10A70C14-B6A7-9094-7DF8-731F93543F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C2E7811A-121D-C9D9-6DE6-8D8AE207A0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11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798495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42BE2-8EB8-7B04-F1CE-17079FDBD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41968A70-86FF-E8B4-6903-C73C8E81B7B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80194041-ECC3-A0A0-9BDC-4B90D58BA5F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106A500E-C298-96D1-9ED4-D6CA78BD8C4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12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1700076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F261E-244C-FED7-ED81-ECF5F59B9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928E04FC-0946-0303-4206-3C103FA399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6CDC8E1C-796C-4F88-A711-851D66F641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EBC02108-91D5-75B0-A275-5BD93840D3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13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06542362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E76A39-2626-EB45-67E4-ADCADAA94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7D857DCA-7E49-4BCC-CEE5-5454F7FC07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74F7C943-CBF2-5EC7-D79B-247C6BB198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3FF36F86-A021-7239-F1F6-234634D6E5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14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62996746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76B26-1F86-4C68-027A-1D506AF0B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E435DCD3-E307-4A20-6129-E5733C676D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4CC091BE-5E82-39FE-3AF7-290BC300C5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9B61924C-105D-DE8D-493A-63E4BA1EC9B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15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06795929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D921F-4E35-8C32-0F15-12A9B7F73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FF98CC05-E963-145C-78B1-D13BC22B44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7A5EBFBA-4D2C-2328-FE3B-7A13F85021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19EC3A83-C3C0-98C9-E0BE-B6311DA18D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16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9235589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E3600-AF6F-26E9-55EC-6CEE15250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E51B7F98-D019-2063-AD72-140A827ADD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71128BCA-8CDF-00FE-8A58-4291B3BF0B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62F36EDA-B04C-3F27-85DF-72D817B361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17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9118973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78F4C-4D7C-F798-C09F-A426DFD2A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5364626B-454D-CB33-CFC4-FD0F875A374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662448AE-D098-C6B0-0458-2C80FDFEC7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AF7F2467-F85D-D885-9599-5383B636543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18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4878746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077B7-CEB6-42CD-29B0-656CAEE87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B094A8AC-6DE6-E376-72EA-AE2EBAFD06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6DFEFC83-FCA6-29C1-AF50-E227B411AC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6606D63A-49B4-0894-9A94-ECCB3C5FA77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19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13485419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69C8D-3E34-F240-FF66-2E0346638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D0601D9A-20B4-CED1-D88B-6E15E5DF73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BC0721FF-B7C6-B2FF-BD50-3A9195E6D2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8647B013-EC1A-1E24-6181-C77D7695C2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20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18013287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DF34-2CB7-E5ED-BB3B-05A2923B4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3DB9949C-B469-CAAF-BEE6-33E03734C5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D2A73351-C673-2954-7B69-917E2BBB64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C9FE0A8D-26C9-8893-76B8-740C69629A4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21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35196279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99094-BB5F-64EA-E56A-FB6FAA577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3F56ACAD-FE10-7028-B0DB-432C5853E57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1ECFE194-4EAB-4CD6-2022-94CDF6624D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8C6E4902-6783-AF7F-AA11-7BBAC3BA7DA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22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16346554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15C81D-D7DA-A306-DE8B-8922875F1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C3FC38DD-1B35-2F41-639B-54E60DA641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E2EFCA10-7B82-2210-1855-76DA25F74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EF06CC94-F0AD-331C-614A-AAB9E8F2AE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23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87074712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53DFB-ABEA-3B43-8A49-1F97D86A9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E81BC8CC-DE81-90F7-A6A2-6D5B4B59E86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02805539-E552-FAC5-83A5-7C98E716D0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556711C8-9AC7-9034-74BC-2E536B19840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24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1277902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0D637-0578-43CF-6E44-978E3F2AD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2B55DFDA-0DF7-C84B-E273-D24387D7B7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8CFFAAC1-702D-5607-0D37-7AE2C5F888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009F505F-FE7D-F5AD-A7B4-9B0226BBA8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25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62973696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293FF-F97F-BF3B-4E78-84AC50874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73492F98-B2E9-F6E6-26B9-59EC1C176E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D51D8D06-A0EF-73BE-3B58-862FB07479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DA087CE7-ED39-A01C-74B6-2E67F26BDDA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26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347594353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83C83-691C-FEF0-92F3-A0DF1334B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Marcador de imagen de diapositiva 1">
            <a:extLst>
              <a:ext uri="{FF2B5EF4-FFF2-40B4-BE49-F238E27FC236}">
                <a16:creationId xmlns:a16="http://schemas.microsoft.com/office/drawing/2014/main" id="{7CB168BB-8C1A-04F8-704E-30FD274AD4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Marcador de notas 2">
            <a:extLst>
              <a:ext uri="{FF2B5EF4-FFF2-40B4-BE49-F238E27FC236}">
                <a16:creationId xmlns:a16="http://schemas.microsoft.com/office/drawing/2014/main" id="{35798A6C-83D9-7C1B-14F4-2C97FFEF77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s-MX" altLang="es-MX"/>
          </a:p>
        </p:txBody>
      </p:sp>
      <p:sp>
        <p:nvSpPr>
          <p:cNvPr id="4100" name="Marcador de número de diapositiva 3">
            <a:extLst>
              <a:ext uri="{FF2B5EF4-FFF2-40B4-BE49-F238E27FC236}">
                <a16:creationId xmlns:a16="http://schemas.microsoft.com/office/drawing/2014/main" id="{D3B476BB-138B-5C50-4F96-8BCCF711C49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1BA96-C02C-4C36-BD01-D858CFA06882}" type="slidenum">
              <a:rPr lang="es-MX" altLang="es-MX" smtClean="0"/>
              <a:pPr/>
              <a:t>27</a:t>
            </a:fld>
            <a:endParaRPr lang="es-MX" altLang="es-MX"/>
          </a:p>
        </p:txBody>
      </p:sp>
    </p:spTree>
    <p:extLst>
      <p:ext uri="{BB962C8B-B14F-4D97-AF65-F5344CB8AC3E}">
        <p14:creationId xmlns:p14="http://schemas.microsoft.com/office/powerpoint/2010/main" val="28614239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E8A231-3EF6-41EE-9C5F-11C86555A448}" type="datetimeFigureOut">
              <a:rPr lang="es-ES"/>
              <a:pPr>
                <a:defRPr/>
              </a:pPr>
              <a:t>19/05/2025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069CD8-BD84-408D-AEC8-6305AEA8736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BDE0E0-3019-4C5C-A9FE-D255DD9E7B33}" type="datetimeFigureOut">
              <a:rPr lang="es-ES"/>
              <a:pPr>
                <a:defRPr/>
              </a:pPr>
              <a:t>19/05/2025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9F22DA-3A9D-404A-9461-CC4F35A7683B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73B10D-DB12-4350-B6FF-49BDB75538EE}" type="datetimeFigureOut">
              <a:rPr lang="es-ES"/>
              <a:pPr>
                <a:defRPr/>
              </a:pPr>
              <a:t>19/05/2025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BD7935-573D-46BA-A345-8CBE57D6762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42FD26-BFF4-4E66-AACF-48053B845F50}" type="datetimeFigureOut">
              <a:rPr lang="es-ES"/>
              <a:pPr>
                <a:defRPr/>
              </a:pPr>
              <a:t>19/05/2025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5BA7E-E60B-4AE7-8B52-77630BFB31A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B0A00E-B36C-4C2D-AF89-7924FDE8092D}" type="datetimeFigureOut">
              <a:rPr lang="es-ES"/>
              <a:pPr>
                <a:defRPr/>
              </a:pPr>
              <a:t>19/05/2025</a:t>
            </a:fld>
            <a:endParaRPr lang="es-ES"/>
          </a:p>
        </p:txBody>
      </p:sp>
      <p:sp>
        <p:nvSpPr>
          <p:cNvPr id="8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9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6B30F5-CFBD-413F-B0AA-09B3558DA1B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312B15-1890-42A1-A647-647FA4719851}" type="datetimeFigureOut">
              <a:rPr lang="es-ES"/>
              <a:pPr>
                <a:defRPr/>
              </a:pPr>
              <a:t>19/05/2025</a:t>
            </a:fld>
            <a:endParaRPr lang="es-ES"/>
          </a:p>
        </p:txBody>
      </p:sp>
      <p:sp>
        <p:nvSpPr>
          <p:cNvPr id="4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5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C68545-94E2-462E-AB99-116082CF7200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4AAC11-30B1-4701-BE79-D9DD51B70CD2}" type="datetimeFigureOut">
              <a:rPr lang="es-ES"/>
              <a:pPr>
                <a:defRPr/>
              </a:pPr>
              <a:t>19/05/2025</a:t>
            </a:fld>
            <a:endParaRPr lang="es-ES"/>
          </a:p>
        </p:txBody>
      </p:sp>
      <p:sp>
        <p:nvSpPr>
          <p:cNvPr id="3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4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8EDF4E-C80B-4308-BEA9-A93B6D6622D6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21BA1C-DFAB-4D47-B953-8874199B2DC5}" type="datetimeFigureOut">
              <a:rPr lang="es-ES"/>
              <a:pPr>
                <a:defRPr/>
              </a:pPr>
              <a:t>19/05/2025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FD3FAE-48AB-4C87-A4E0-27897936203F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BEC66F-B79E-4574-B57C-42E02A52426D}" type="datetimeFigureOut">
              <a:rPr lang="es-ES"/>
              <a:pPr>
                <a:defRPr/>
              </a:pPr>
              <a:t>19/05/2025</a:t>
            </a:fld>
            <a:endParaRPr lang="es-ES"/>
          </a:p>
        </p:txBody>
      </p:sp>
      <p:sp>
        <p:nvSpPr>
          <p:cNvPr id="6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7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1E7FE1-A767-4F78-A62E-62300D940F8D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C8E635-D420-4BD1-9EF9-C97F8B8C5481}" type="datetimeFigureOut">
              <a:rPr lang="es-ES"/>
              <a:pPr>
                <a:defRPr/>
              </a:pPr>
              <a:t>19/05/2025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09B2A4-0F74-4B36-A54B-30E529E2B6AA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7F3ECD-2BCE-4A03-ADF7-F2F02E8A2565}" type="datetimeFigureOut">
              <a:rPr lang="es-ES"/>
              <a:pPr>
                <a:defRPr/>
              </a:pPr>
              <a:t>19/05/2025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D405BA-43BC-4D82-BA6A-3354ABE4C77C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1 Marcador de título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título del patrón</a:t>
            </a:r>
          </a:p>
        </p:txBody>
      </p:sp>
      <p:sp>
        <p:nvSpPr>
          <p:cNvPr id="1027" name="2 Marcador de texto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76AFD16F-5AC4-43C8-9782-4D2E73BF0FB2}" type="datetimeFigureOut">
              <a:rPr lang="es-ES"/>
              <a:pPr>
                <a:defRPr/>
              </a:pPr>
              <a:t>19/05/2025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FAF7D2CA-1B7C-47EB-A6C6-15B5F6841093}" type="slidenum">
              <a:rPr lang="es-ES"/>
              <a:pPr>
                <a:defRPr/>
              </a:pPr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560FA-0C38-AC7A-E259-3B570F658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A0178430-3197-A845-5AE9-F49F6D789E9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755609CB-D9D1-DD4F-EF79-8559D67F3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786FB20-C01A-D4F4-1330-769280CC638B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58CEF069-FC26-8B2D-CD76-FB654EBE6298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FFE38C7D-68CA-D709-C423-05A67DF14DEA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5BE67E69-8E8A-AD7E-6112-FBF19446608D}"/>
              </a:ext>
            </a:extLst>
          </p:cNvPr>
          <p:cNvSpPr txBox="1"/>
          <p:nvPr/>
        </p:nvSpPr>
        <p:spPr>
          <a:xfrm>
            <a:off x="1547664" y="181065"/>
            <a:ext cx="655272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Project </a:t>
            </a:r>
            <a:r>
              <a:rPr lang="es-MX" sz="3500" dirty="0" err="1">
                <a:solidFill>
                  <a:srgbClr val="0070C0"/>
                </a:solidFill>
              </a:rPr>
              <a:t>Administration</a:t>
            </a:r>
            <a:endParaRPr lang="es-MX" sz="3500" dirty="0">
              <a:solidFill>
                <a:srgbClr val="0070C0"/>
              </a:solidFill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72BA074-EA98-512D-FC5F-6939A91BFDDC}"/>
              </a:ext>
            </a:extLst>
          </p:cNvPr>
          <p:cNvSpPr txBox="1"/>
          <p:nvPr/>
        </p:nvSpPr>
        <p:spPr>
          <a:xfrm>
            <a:off x="899592" y="2863147"/>
            <a:ext cx="731946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CPM and PERT </a:t>
            </a:r>
            <a:r>
              <a:rPr lang="es-MX" sz="3500" dirty="0" err="1">
                <a:solidFill>
                  <a:srgbClr val="0070C0"/>
                </a:solidFill>
              </a:rPr>
              <a:t>Method</a:t>
            </a:r>
            <a:endParaRPr lang="es-MX" sz="35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3863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7643CD-D9CC-DB72-002E-8E7E42A95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2C2A0AFE-9DEC-C9BF-DEE9-6D8A37B90F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F3635AA6-ED5B-8BAD-C1F5-80AB63F55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57D3AB93-593B-EB57-0034-5C71E4F5142B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6F19B5C6-EC05-AF15-B220-B047073CA124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7BA50B9B-F2FE-C3E4-5E2F-7FF860151434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F3641D9-CF6B-32D0-6FE5-B06A8E705F99}"/>
              </a:ext>
            </a:extLst>
          </p:cNvPr>
          <p:cNvSpPr txBox="1"/>
          <p:nvPr/>
        </p:nvSpPr>
        <p:spPr>
          <a:xfrm>
            <a:off x="1547664" y="181065"/>
            <a:ext cx="655272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Método CPM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D1440E70-5E28-01A3-77A7-66C433550F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500" y="1052736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project must have a clear objective, and to achieve this, a unique sequence of complex and interconnected activities is defined. It must have a start and finish time. (Gallagher)</a:t>
            </a:r>
          </a:p>
          <a:p>
            <a:pPr algn="l"/>
            <a:r>
              <a:rPr lang="en-US" sz="30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They have some common characteristics: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Combination of activities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Sequential relationship between activities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Concern for time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3000" b="0" i="0" dirty="0">
                <a:solidFill>
                  <a:srgbClr val="001D35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Concern for resources</a:t>
            </a:r>
            <a:endParaRPr lang="es-ES" altLang="es-MX" sz="3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28110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9083B-02AD-E519-3EEF-67233FCDE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B538E071-5037-513A-5451-AADEC223DE1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3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F15B28CA-D373-39C8-9892-68D3053F51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D857A56-A534-3077-40E7-46B683BBC0E5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5E33B4FC-561D-1B14-B640-69EFAB11D268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3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08C0A37-44EA-765C-DE99-1D00C0436FB0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B94B1542-EC88-EDF9-7067-24FCC2A445E1}"/>
              </a:ext>
            </a:extLst>
          </p:cNvPr>
          <p:cNvSpPr txBox="1"/>
          <p:nvPr/>
        </p:nvSpPr>
        <p:spPr>
          <a:xfrm>
            <a:off x="1547664" y="181065"/>
            <a:ext cx="6552728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Método CPM</a:t>
            </a: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1EB998FB-8F65-4868-9ADD-32099541C8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258466"/>
            <a:ext cx="8229600" cy="4357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altLang="es-MX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Planning</a:t>
            </a:r>
            <a:r>
              <a:rPr lang="en-US" alt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requires breaking down the project into activities, estimating resources, time, and interrelationships between activities.</a:t>
            </a:r>
          </a:p>
          <a:p>
            <a:pPr algn="just"/>
            <a:r>
              <a:rPr lang="en-US" altLang="es-MX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Resource Programming </a:t>
            </a:r>
            <a:r>
              <a:rPr lang="en-US" alt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requires detailing start and completion dates.</a:t>
            </a:r>
          </a:p>
          <a:p>
            <a:pPr algn="just"/>
            <a:r>
              <a:rPr lang="en-US" altLang="es-MX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Controlling</a:t>
            </a:r>
            <a:r>
              <a:rPr lang="en-US" alt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requires information on the current status and analyzes potential adjustments when difficulties arise (</a:t>
            </a:r>
            <a:r>
              <a:rPr lang="en-US" altLang="es-MX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risk management</a:t>
            </a:r>
            <a:r>
              <a:rPr lang="en-US" altLang="es-MX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s-ES" altLang="es-MX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2240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6AD38-CBD8-DC6B-8570-8F69A575D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5D47F871-72BC-C3C5-F72C-E2D777AB94C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4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792A434A-188D-73AD-8E04-6F91CC69F2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087C942-B2CC-C7B7-E54B-94E27466F08D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78838820-7612-57EC-FE93-C540672DF5D1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4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66043BE-8618-3063-35AC-60659ACB8B04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87D47B17-F00E-E812-A3E6-CCCFE5E9C062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Herramientas de Planeación y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84AF13-695D-8F21-3540-A4F1199C46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64943"/>
            <a:ext cx="8229600" cy="463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 Charts</a:t>
            </a:r>
          </a:p>
          <a:p>
            <a:pPr marL="457200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457200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(CPM =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(PERT =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</a:t>
            </a:r>
            <a:endParaRPr lang="es-ES" altLang="es-MX" sz="3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1981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0B8729-EFA7-1A52-C422-D09A14122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D96DC065-5482-6F49-2792-53D2EC29297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5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447CEC34-3291-5D31-AAEB-D3392971FF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604417F-19A3-CF3E-8C4F-43C62804BCBE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D19742A7-19BD-1B72-75F8-34280747F440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5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DD4689A7-A5BD-D32B-9579-3BE0BB2D3612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D91708F0-03BA-B3B2-9C78-2FA639EAF1D4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Herramientas de Planeación y Control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DD2D86C-F201-2417-9D6E-F1CFEB2FD5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464943"/>
            <a:ext cx="8229600" cy="4637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Gantt Charts</a:t>
            </a:r>
          </a:p>
          <a:p>
            <a:pPr marL="457200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3" algn="l">
              <a:lnSpc>
                <a:spcPct val="90000"/>
              </a:lnSpc>
            </a:pPr>
            <a:r>
              <a:rPr lang="es-ES" altLang="es-MX" sz="3400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Deterministic</a:t>
            </a:r>
            <a:r>
              <a:rPr lang="es-ES" altLang="es-MX" sz="3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Network </a:t>
            </a:r>
            <a:r>
              <a:rPr lang="es-ES" altLang="es-MX" sz="3400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s-ES" altLang="es-MX" sz="3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(CPM = </a:t>
            </a:r>
            <a:r>
              <a:rPr lang="es-ES" altLang="es-MX" sz="3400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Critical</a:t>
            </a:r>
            <a:r>
              <a:rPr lang="es-ES" altLang="es-MX" sz="3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Path</a:t>
            </a:r>
            <a:r>
              <a:rPr lang="es-ES" altLang="es-MX" sz="3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s-ES" altLang="es-MX" sz="3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lvl="3" algn="l">
              <a:lnSpc>
                <a:spcPct val="90000"/>
              </a:lnSpc>
            </a:pPr>
            <a:r>
              <a:rPr lang="es-ES" altLang="es-MX" sz="3400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Probabilistic</a:t>
            </a:r>
            <a:r>
              <a:rPr lang="es-ES" altLang="es-MX" sz="3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Network </a:t>
            </a:r>
            <a:r>
              <a:rPr lang="es-ES" altLang="es-MX" sz="3400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  <a:r>
              <a:rPr lang="es-ES" altLang="es-MX" sz="3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(PERT = </a:t>
            </a:r>
            <a:r>
              <a:rPr lang="es-ES" altLang="es-MX" sz="3400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Program</a:t>
            </a:r>
            <a:r>
              <a:rPr lang="es-ES" altLang="es-MX" sz="3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Evaluation</a:t>
            </a:r>
            <a:r>
              <a:rPr lang="es-ES" altLang="es-MX" sz="3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s-ES" altLang="es-MX" sz="3400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es-ES" altLang="es-MX" sz="3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Technique</a:t>
            </a:r>
            <a:r>
              <a:rPr lang="es-ES" altLang="es-MX" sz="3400" dirty="0">
                <a:solidFill>
                  <a:schemeClr val="tx1"/>
                </a:solidFill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457200" indent="-45720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also</a:t>
            </a:r>
            <a:r>
              <a:rPr lang="es-ES" altLang="es-MX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s-MX" sz="3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</a:t>
            </a:r>
            <a:endParaRPr lang="es-ES" altLang="es-MX" sz="3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354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ACE28-998F-91A0-3AFB-01768ACA5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7C915CC7-727C-A32B-E3B0-DF8D3CD75A5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6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852806AC-5125-2EE4-20C6-3B560AAE9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416037C-C56F-7FB6-C7E1-F60FA62B2B7E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E1406EBF-07EC-2EE0-6C8D-B43EDE192199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6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1A231F5-F026-88BF-F1F8-524A921E7761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19592211-8B7E-A022-D54B-0239CD7078AF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Ejemplo: Construcción de una casa</a:t>
            </a:r>
          </a:p>
        </p:txBody>
      </p:sp>
      <p:graphicFrame>
        <p:nvGraphicFramePr>
          <p:cNvPr id="3" name="Object 6">
            <a:extLst>
              <a:ext uri="{FF2B5EF4-FFF2-40B4-BE49-F238E27FC236}">
                <a16:creationId xmlns:a16="http://schemas.microsoft.com/office/drawing/2014/main" id="{BB34B7F1-4971-3674-DDBE-5023C37217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67433282"/>
              </p:ext>
            </p:extLst>
          </p:nvPr>
        </p:nvGraphicFramePr>
        <p:xfrm>
          <a:off x="328613" y="980728"/>
          <a:ext cx="8285162" cy="484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o" r:id="rId4" imgW="8015009" imgH="4686238" progId="Word.Document.8">
                  <p:embed/>
                </p:oleObj>
              </mc:Choice>
              <mc:Fallback>
                <p:oleObj name="Documento" r:id="rId4" imgW="8015009" imgH="4686238" progId="Word.Document.8">
                  <p:embed/>
                  <p:pic>
                    <p:nvPicPr>
                      <p:cNvPr id="3" name="Object 6">
                        <a:extLst>
                          <a:ext uri="{FF2B5EF4-FFF2-40B4-BE49-F238E27FC236}">
                            <a16:creationId xmlns:a16="http://schemas.microsoft.com/office/drawing/2014/main" id="{BB34B7F1-4971-3674-DDBE-5023C37217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613" y="980728"/>
                        <a:ext cx="8285162" cy="4846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92354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A6458-27B2-50C7-2712-64290353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D6724031-5207-49AF-0452-B19E41AD4B8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7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EC957783-1F48-9A0C-2F2F-4A6507D2B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F0317A4-8CA3-A3A6-F3BA-7932FD9DA3F5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8A4A9C7F-9D2F-1430-6F8E-CA7CA2C12618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7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7981576B-E6E5-DB9D-56B7-BB48EFBDAB08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B7F89462-4E14-172F-04A1-664CC7700FC8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Ejemplo: Gantt Chart</a:t>
            </a:r>
          </a:p>
        </p:txBody>
      </p:sp>
      <p:sp>
        <p:nvSpPr>
          <p:cNvPr id="3" name="Line 7">
            <a:extLst>
              <a:ext uri="{FF2B5EF4-FFF2-40B4-BE49-F238E27FC236}">
                <a16:creationId xmlns:a16="http://schemas.microsoft.com/office/drawing/2014/main" id="{9A40202D-56BB-5CC5-F6A8-0ED6D7E111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0313" y="1412776"/>
            <a:ext cx="0" cy="3581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4" name="Line 8">
            <a:extLst>
              <a:ext uri="{FF2B5EF4-FFF2-40B4-BE49-F238E27FC236}">
                <a16:creationId xmlns:a16="http://schemas.microsoft.com/office/drawing/2014/main" id="{C656237B-305F-EEC7-83EC-B12A62D694AA}"/>
              </a:ext>
            </a:extLst>
          </p:cNvPr>
          <p:cNvSpPr>
            <a:spLocks noChangeShapeType="1"/>
          </p:cNvSpPr>
          <p:nvPr/>
        </p:nvSpPr>
        <p:spPr bwMode="auto">
          <a:xfrm>
            <a:off x="1230313" y="4994176"/>
            <a:ext cx="7086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6" name="Text Box 9">
            <a:extLst>
              <a:ext uri="{FF2B5EF4-FFF2-40B4-BE49-F238E27FC236}">
                <a16:creationId xmlns:a16="http://schemas.microsoft.com/office/drawing/2014/main" id="{EF3C5EE3-FC14-3849-E3B1-11CC5EE53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22376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 dirty="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7" name="Text Box 10">
            <a:extLst>
              <a:ext uri="{FF2B5EF4-FFF2-40B4-BE49-F238E27FC236}">
                <a16:creationId xmlns:a16="http://schemas.microsoft.com/office/drawing/2014/main" id="{3B949FAA-5315-E8C2-B372-8D1B13486C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631976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8" name="Text Box 11">
            <a:extLst>
              <a:ext uri="{FF2B5EF4-FFF2-40B4-BE49-F238E27FC236}">
                <a16:creationId xmlns:a16="http://schemas.microsoft.com/office/drawing/2014/main" id="{5D537EA1-722F-213A-BE8C-83C72FE391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241576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9" name="Text Box 12">
            <a:extLst>
              <a:ext uri="{FF2B5EF4-FFF2-40B4-BE49-F238E27FC236}">
                <a16:creationId xmlns:a16="http://schemas.microsoft.com/office/drawing/2014/main" id="{F4BBEEDC-A728-DB14-81B9-F9BF8A7534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3851176"/>
            <a:ext cx="4048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10" name="Text Box 13">
            <a:extLst>
              <a:ext uri="{FF2B5EF4-FFF2-40B4-BE49-F238E27FC236}">
                <a16:creationId xmlns:a16="http://schemas.microsoft.com/office/drawing/2014/main" id="{08CF0DCE-55E3-FA1E-557F-5B2B970A46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460776"/>
            <a:ext cx="3698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2" name="Oval 14">
            <a:extLst>
              <a:ext uri="{FF2B5EF4-FFF2-40B4-BE49-F238E27FC236}">
                <a16:creationId xmlns:a16="http://schemas.microsoft.com/office/drawing/2014/main" id="{4D5C1247-9809-04C5-DAB0-E0AAF57EBE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7913" y="2098576"/>
            <a:ext cx="381000" cy="3810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37276FE0-ACB0-7379-DC91-E30BAA851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30313" y="2098576"/>
            <a:ext cx="2286000" cy="3810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5" name="Rectangle 16">
            <a:extLst>
              <a:ext uri="{FF2B5EF4-FFF2-40B4-BE49-F238E27FC236}">
                <a16:creationId xmlns:a16="http://schemas.microsoft.com/office/drawing/2014/main" id="{6C191376-BBB4-DBE8-2C76-9C574908B6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13" y="2708176"/>
            <a:ext cx="1524000" cy="3810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6" name="Rectangle 17">
            <a:extLst>
              <a:ext uri="{FF2B5EF4-FFF2-40B4-BE49-F238E27FC236}">
                <a16:creationId xmlns:a16="http://schemas.microsoft.com/office/drawing/2014/main" id="{67E1A6F5-94FC-1827-A4D6-866A8E206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13" y="3317776"/>
            <a:ext cx="1981200" cy="3810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8D8AF560-5560-9BFC-66A6-5DADDF3A08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7513" y="4460776"/>
            <a:ext cx="2743200" cy="3810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8" name="Rectangle 19">
            <a:extLst>
              <a:ext uri="{FF2B5EF4-FFF2-40B4-BE49-F238E27FC236}">
                <a16:creationId xmlns:a16="http://schemas.microsoft.com/office/drawing/2014/main" id="{DF56C473-D601-8FA5-B23C-80C8B4BC7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13" y="3927376"/>
            <a:ext cx="533400" cy="381000"/>
          </a:xfrm>
          <a:prstGeom prst="rect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9" name="Oval 20">
            <a:extLst>
              <a:ext uri="{FF2B5EF4-FFF2-40B4-BE49-F238E27FC236}">
                <a16:creationId xmlns:a16="http://schemas.microsoft.com/office/drawing/2014/main" id="{87BF337D-6E33-4950-AE2B-CFB4E879CF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7713" y="2098576"/>
            <a:ext cx="381000" cy="3810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0" name="Oval 21">
            <a:extLst>
              <a:ext uri="{FF2B5EF4-FFF2-40B4-BE49-F238E27FC236}">
                <a16:creationId xmlns:a16="http://schemas.microsoft.com/office/drawing/2014/main" id="{B37D3BFC-57AF-BABA-63D7-3E6B8FF0E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913" y="2708176"/>
            <a:ext cx="381000" cy="3810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1" name="Oval 22">
            <a:extLst>
              <a:ext uri="{FF2B5EF4-FFF2-40B4-BE49-F238E27FC236}">
                <a16:creationId xmlns:a16="http://schemas.microsoft.com/office/drawing/2014/main" id="{9B53B64A-819D-AA2A-01AD-F5A60072A9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913" y="3317776"/>
            <a:ext cx="381000" cy="3810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2" name="Oval 23">
            <a:extLst>
              <a:ext uri="{FF2B5EF4-FFF2-40B4-BE49-F238E27FC236}">
                <a16:creationId xmlns:a16="http://schemas.microsoft.com/office/drawing/2014/main" id="{62E38514-2B7A-3286-A4AC-939F65BD2D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63913" y="3927376"/>
            <a:ext cx="381000" cy="3810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3" name="Oval 24">
            <a:extLst>
              <a:ext uri="{FF2B5EF4-FFF2-40B4-BE49-F238E27FC236}">
                <a16:creationId xmlns:a16="http://schemas.microsoft.com/office/drawing/2014/main" id="{CFECAAC3-C638-C772-6694-43AF1A6E8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2708176"/>
            <a:ext cx="381000" cy="3810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4" name="Oval 25">
            <a:extLst>
              <a:ext uri="{FF2B5EF4-FFF2-40B4-BE49-F238E27FC236}">
                <a16:creationId xmlns:a16="http://schemas.microsoft.com/office/drawing/2014/main" id="{3139E24B-7E8A-CE56-51CC-60105F33AD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3317776"/>
            <a:ext cx="381000" cy="3810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5" name="Oval 26">
            <a:extLst>
              <a:ext uri="{FF2B5EF4-FFF2-40B4-BE49-F238E27FC236}">
                <a16:creationId xmlns:a16="http://schemas.microsoft.com/office/drawing/2014/main" id="{DF35A1F1-D49A-D8D1-432E-D07504F30F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35913" y="3927376"/>
            <a:ext cx="381000" cy="3810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6" name="Oval 27">
            <a:extLst>
              <a:ext uri="{FF2B5EF4-FFF2-40B4-BE49-F238E27FC236}">
                <a16:creationId xmlns:a16="http://schemas.microsoft.com/office/drawing/2014/main" id="{472E0365-65DA-C9CE-5C71-5869437D62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12113" y="4460776"/>
            <a:ext cx="381000" cy="3810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7" name="Line 28">
            <a:extLst>
              <a:ext uri="{FF2B5EF4-FFF2-40B4-BE49-F238E27FC236}">
                <a16:creationId xmlns:a16="http://schemas.microsoft.com/office/drawing/2014/main" id="{EB9C1FDA-F066-E023-FBBA-F3EFF89A446F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9713" y="4308376"/>
            <a:ext cx="41148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8" name="Line 29">
            <a:extLst>
              <a:ext uri="{FF2B5EF4-FFF2-40B4-BE49-F238E27FC236}">
                <a16:creationId xmlns:a16="http://schemas.microsoft.com/office/drawing/2014/main" id="{04E46B96-B6A3-2D71-8365-04768CDD17EB}"/>
              </a:ext>
            </a:extLst>
          </p:cNvPr>
          <p:cNvSpPr>
            <a:spLocks noChangeShapeType="1"/>
          </p:cNvSpPr>
          <p:nvPr/>
        </p:nvSpPr>
        <p:spPr bwMode="auto">
          <a:xfrm>
            <a:off x="4049713" y="3927376"/>
            <a:ext cx="41148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9" name="Line 30">
            <a:extLst>
              <a:ext uri="{FF2B5EF4-FFF2-40B4-BE49-F238E27FC236}">
                <a16:creationId xmlns:a16="http://schemas.microsoft.com/office/drawing/2014/main" id="{54A1418A-8F4C-41D3-9F77-F9E4AC7EBFB7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0313" y="3089176"/>
            <a:ext cx="5334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30" name="Line 31">
            <a:extLst>
              <a:ext uri="{FF2B5EF4-FFF2-40B4-BE49-F238E27FC236}">
                <a16:creationId xmlns:a16="http://schemas.microsoft.com/office/drawing/2014/main" id="{BAA3CD29-77E7-C034-83D5-D42D8B027A5C}"/>
              </a:ext>
            </a:extLst>
          </p:cNvPr>
          <p:cNvSpPr>
            <a:spLocks noChangeShapeType="1"/>
          </p:cNvSpPr>
          <p:nvPr/>
        </p:nvSpPr>
        <p:spPr bwMode="auto">
          <a:xfrm>
            <a:off x="5040313" y="2708176"/>
            <a:ext cx="533400" cy="0"/>
          </a:xfrm>
          <a:prstGeom prst="line">
            <a:avLst/>
          </a:prstGeom>
          <a:noFill/>
          <a:ln w="12700" cap="rnd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31" name="Oval 32">
            <a:extLst>
              <a:ext uri="{FF2B5EF4-FFF2-40B4-BE49-F238E27FC236}">
                <a16:creationId xmlns:a16="http://schemas.microsoft.com/office/drawing/2014/main" id="{C919D775-02A9-6E36-888A-9991EED699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45113" y="4460776"/>
            <a:ext cx="381000" cy="381000"/>
          </a:xfrm>
          <a:prstGeom prst="ellipse">
            <a:avLst/>
          </a:prstGeom>
          <a:solidFill>
            <a:schemeClr val="accent1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32" name="Text Box 33">
            <a:extLst>
              <a:ext uri="{FF2B5EF4-FFF2-40B4-BE49-F238E27FC236}">
                <a16:creationId xmlns:a16="http://schemas.microsoft.com/office/drawing/2014/main" id="{25EEF19F-278B-2E59-4885-FAC3AF5E3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0113" y="491797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33" name="Text Box 34">
            <a:extLst>
              <a:ext uri="{FF2B5EF4-FFF2-40B4-BE49-F238E27FC236}">
                <a16:creationId xmlns:a16="http://schemas.microsoft.com/office/drawing/2014/main" id="{184F2ED0-DF66-E5F9-C07C-AA7E3820B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68913" y="491797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7</a:t>
            </a:r>
          </a:p>
        </p:txBody>
      </p:sp>
      <p:sp>
        <p:nvSpPr>
          <p:cNvPr id="34" name="Text Box 35">
            <a:extLst>
              <a:ext uri="{FF2B5EF4-FFF2-40B4-BE49-F238E27FC236}">
                <a16:creationId xmlns:a16="http://schemas.microsoft.com/office/drawing/2014/main" id="{1CB3787D-34AB-90FF-E327-B29DBD017B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2113" y="4917976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12</a:t>
            </a:r>
          </a:p>
        </p:txBody>
      </p:sp>
      <p:sp>
        <p:nvSpPr>
          <p:cNvPr id="35" name="Text Box 36">
            <a:extLst>
              <a:ext uri="{FF2B5EF4-FFF2-40B4-BE49-F238E27FC236}">
                <a16:creationId xmlns:a16="http://schemas.microsoft.com/office/drawing/2014/main" id="{77DBF4D8-DA23-F28F-6C69-284ED0B4EC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4959251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0</a:t>
            </a:r>
          </a:p>
        </p:txBody>
      </p:sp>
      <p:sp>
        <p:nvSpPr>
          <p:cNvPr id="36" name="Text Box 37">
            <a:extLst>
              <a:ext uri="{FF2B5EF4-FFF2-40B4-BE49-F238E27FC236}">
                <a16:creationId xmlns:a16="http://schemas.microsoft.com/office/drawing/2014/main" id="{301C256C-101D-6F81-B9DE-7F7EF9559C9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95438" y="4959251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37" name="Text Box 38">
            <a:extLst>
              <a:ext uri="{FF2B5EF4-FFF2-40B4-BE49-F238E27FC236}">
                <a16:creationId xmlns:a16="http://schemas.microsoft.com/office/drawing/2014/main" id="{83394EF1-E652-7D51-F5F0-C912AA17AE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5038" y="4959251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38" name="Text Box 39">
            <a:extLst>
              <a:ext uri="{FF2B5EF4-FFF2-40B4-BE49-F238E27FC236}">
                <a16:creationId xmlns:a16="http://schemas.microsoft.com/office/drawing/2014/main" id="{F30E0564-FFDB-99A3-8948-F36A142044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14638" y="4959251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39" name="Text Box 40">
            <a:extLst>
              <a:ext uri="{FF2B5EF4-FFF2-40B4-BE49-F238E27FC236}">
                <a16:creationId xmlns:a16="http://schemas.microsoft.com/office/drawing/2014/main" id="{F67C37EB-8878-EFDA-6A36-98D97850BB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49713" y="491797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40" name="Text Box 41">
            <a:extLst>
              <a:ext uri="{FF2B5EF4-FFF2-40B4-BE49-F238E27FC236}">
                <a16:creationId xmlns:a16="http://schemas.microsoft.com/office/drawing/2014/main" id="{34DA17B7-49A7-1B1F-EBC1-EF1201221E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9313" y="491797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41" name="Text Box 42">
            <a:extLst>
              <a:ext uri="{FF2B5EF4-FFF2-40B4-BE49-F238E27FC236}">
                <a16:creationId xmlns:a16="http://schemas.microsoft.com/office/drawing/2014/main" id="{5826445C-DE0B-EF90-F3AA-9EF3EDD784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54713" y="491797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8</a:t>
            </a:r>
          </a:p>
        </p:txBody>
      </p:sp>
      <p:sp>
        <p:nvSpPr>
          <p:cNvPr id="42" name="Text Box 43">
            <a:extLst>
              <a:ext uri="{FF2B5EF4-FFF2-40B4-BE49-F238E27FC236}">
                <a16:creationId xmlns:a16="http://schemas.microsoft.com/office/drawing/2014/main" id="{B9969062-9055-311F-E2A4-A26C92FF12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8113" y="4917976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9</a:t>
            </a:r>
          </a:p>
        </p:txBody>
      </p:sp>
      <p:sp>
        <p:nvSpPr>
          <p:cNvPr id="43" name="Text Box 44">
            <a:extLst>
              <a:ext uri="{FF2B5EF4-FFF2-40B4-BE49-F238E27FC236}">
                <a16:creationId xmlns:a16="http://schemas.microsoft.com/office/drawing/2014/main" id="{4F14033A-9D15-48C5-2D77-DB5CF7F6A6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45313" y="4917976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10</a:t>
            </a:r>
          </a:p>
        </p:txBody>
      </p:sp>
      <p:sp>
        <p:nvSpPr>
          <p:cNvPr id="44" name="Text Box 45">
            <a:extLst>
              <a:ext uri="{FF2B5EF4-FFF2-40B4-BE49-F238E27FC236}">
                <a16:creationId xmlns:a16="http://schemas.microsoft.com/office/drawing/2014/main" id="{4F4454CD-788B-6AF9-2970-7219DFBDD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8713" y="4917976"/>
            <a:ext cx="488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/>
            <a:r>
              <a:rPr lang="es-ES_tradnl" altLang="es-MX" sz="2400">
                <a:latin typeface="Times New Roman" panose="02020603050405020304" pitchFamily="18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35662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00"/>
                            </p:stCondLst>
                            <p:childTnLst>
                              <p:par>
                                <p:cTn id="5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0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25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5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00"/>
                            </p:stCondLst>
                            <p:childTnLst>
                              <p:par>
                                <p:cTn id="9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1500"/>
                            </p:stCondLst>
                            <p:childTnLst>
                              <p:par>
                                <p:cTn id="10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AE7A3-A18E-E1A8-F040-64141153B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B70E0224-3422-F3ED-8492-B97A7EDE1D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8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3461CBDE-9C32-03DE-48A1-D0D07F9A31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315A143-CCE5-3E90-8010-FE249C4E00A2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E0869196-B762-8449-5C04-6D0569E8F078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8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E62535A4-EBE6-799A-F968-98EC7589729D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F7B8DFA-9484-F82E-BAFB-34EAA4EB8BF8}"/>
              </a:ext>
            </a:extLst>
          </p:cNvPr>
          <p:cNvSpPr txBox="1"/>
          <p:nvPr/>
        </p:nvSpPr>
        <p:spPr>
          <a:xfrm>
            <a:off x="395536" y="181065"/>
            <a:ext cx="8208912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100" dirty="0" err="1">
                <a:solidFill>
                  <a:srgbClr val="0070C0"/>
                </a:solidFill>
              </a:rPr>
              <a:t>Example</a:t>
            </a:r>
            <a:r>
              <a:rPr lang="es-MX" sz="3100" dirty="0">
                <a:solidFill>
                  <a:srgbClr val="0070C0"/>
                </a:solidFill>
              </a:rPr>
              <a:t> </a:t>
            </a:r>
            <a:r>
              <a:rPr lang="es-MX" sz="3100" dirty="0" err="1">
                <a:solidFill>
                  <a:srgbClr val="0070C0"/>
                </a:solidFill>
              </a:rPr>
              <a:t>Activities</a:t>
            </a:r>
            <a:r>
              <a:rPr lang="es-MX" sz="3100" dirty="0">
                <a:solidFill>
                  <a:srgbClr val="0070C0"/>
                </a:solidFill>
              </a:rPr>
              <a:t> Network </a:t>
            </a:r>
            <a:r>
              <a:rPr lang="es-MX" sz="3100" dirty="0" err="1">
                <a:solidFill>
                  <a:srgbClr val="0070C0"/>
                </a:solidFill>
              </a:rPr>
              <a:t>Model</a:t>
            </a:r>
            <a:endParaRPr lang="es-MX" sz="3100" dirty="0">
              <a:solidFill>
                <a:srgbClr val="0070C0"/>
              </a:solidFill>
            </a:endParaRPr>
          </a:p>
        </p:txBody>
      </p:sp>
      <p:sp>
        <p:nvSpPr>
          <p:cNvPr id="3" name="Oval 6">
            <a:extLst>
              <a:ext uri="{FF2B5EF4-FFF2-40B4-BE49-F238E27FC236}">
                <a16:creationId xmlns:a16="http://schemas.microsoft.com/office/drawing/2014/main" id="{F5386D5E-0785-8183-D887-EEE5F2136F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838200" cy="7620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Inicio</a:t>
            </a:r>
          </a:p>
        </p:txBody>
      </p:sp>
      <p:sp>
        <p:nvSpPr>
          <p:cNvPr id="4" name="Oval 8">
            <a:extLst>
              <a:ext uri="{FF2B5EF4-FFF2-40B4-BE49-F238E27FC236}">
                <a16:creationId xmlns:a16="http://schemas.microsoft.com/office/drawing/2014/main" id="{1A902D54-628B-2CBB-E2DD-92DE622B0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09302C55-BC59-25B6-C607-3650D2815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8288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82D4BC11-AB56-6B23-C6C2-81EF42CD04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FA52BAA4-3D3A-A4E9-A62E-AC311B15D4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7244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9" name="Oval 12">
            <a:extLst>
              <a:ext uri="{FF2B5EF4-FFF2-40B4-BE49-F238E27FC236}">
                <a16:creationId xmlns:a16="http://schemas.microsoft.com/office/drawing/2014/main" id="{083B2A80-9442-4330-356A-B21EEC7783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2290710D-FB47-41B7-CC30-767A36CF2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Fin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1E86A2E1-0FB3-1CFC-C028-B38DF072E614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581400"/>
            <a:ext cx="685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5DAF2686-A7D2-F6C0-CD8F-98BADE9D91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23622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A4CB0766-DA90-5386-DD8D-AA917CD3983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81400"/>
            <a:ext cx="1600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47CEA5EA-450F-1815-786D-7FEE3BA9EF17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6576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55F2B84B-04E9-85B2-D166-DF407775B89A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581400"/>
            <a:ext cx="1371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347D5290-64AB-3AB4-0FFF-FF7DAAE783B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209800"/>
            <a:ext cx="1447800" cy="1143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23765802-9BD2-5485-5ECD-7359B9C5F21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581400"/>
            <a:ext cx="609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1F3716B0-D1F9-834E-29A9-D8F22714B54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3733800"/>
            <a:ext cx="2819400" cy="1295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989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1E1DFD-6393-7595-2D6A-CECA236FC7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ACF5C4E1-0F7E-DD67-0FE6-77975C7B4C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9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D89E23AC-35F5-464A-E80D-C25D5595BD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6531703-139A-F684-4323-9B6624B36FD4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C57A5DFD-65A5-5F55-C86A-1673ECDAECCE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9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4048598-2892-B09B-C591-96E94433C07E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C7FDE616-8ACE-49C2-F01F-42DECA59621B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 err="1">
                <a:solidFill>
                  <a:srgbClr val="0070C0"/>
                </a:solidFill>
              </a:rPr>
              <a:t>Critical</a:t>
            </a:r>
            <a:r>
              <a:rPr lang="es-MX" sz="3500" dirty="0">
                <a:solidFill>
                  <a:srgbClr val="0070C0"/>
                </a:solidFill>
              </a:rPr>
              <a:t> </a:t>
            </a:r>
            <a:r>
              <a:rPr lang="es-MX" sz="3500" dirty="0" err="1">
                <a:solidFill>
                  <a:srgbClr val="0070C0"/>
                </a:solidFill>
              </a:rPr>
              <a:t>Path</a:t>
            </a:r>
            <a:endParaRPr lang="es-MX" sz="3500" dirty="0">
              <a:solidFill>
                <a:srgbClr val="0070C0"/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D2C363F-0E66-B9E5-FBB6-AD486E8FCC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57313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s-MX" sz="3400" dirty="0">
                <a:solidFill>
                  <a:schemeClr val="tx1"/>
                </a:solidFill>
              </a:rPr>
              <a:t>Longest task sequence (sum of the task durations within the sequence) that determines the total project duration.</a:t>
            </a:r>
            <a:endParaRPr lang="es-MX" altLang="es-MX" sz="3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5614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86AFF-B12E-CFF1-687B-63E0E19590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E8C1AC5C-CFC2-4E22-E35A-7FFB1FD190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10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30B378BC-83EC-9C07-8616-4539786227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FE406B7A-FA5A-B9A7-218D-9C4786E7393C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CEC3D747-ECAC-4ED1-07C4-70696CF22C3F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10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5061C6E9-0F74-B692-418F-9535BA534F95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1331F81D-A303-13D8-4EBC-BB5A6AB4115C}"/>
              </a:ext>
            </a:extLst>
          </p:cNvPr>
          <p:cNvSpPr txBox="1"/>
          <p:nvPr/>
        </p:nvSpPr>
        <p:spPr>
          <a:xfrm>
            <a:off x="395536" y="181065"/>
            <a:ext cx="8208912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100" dirty="0">
                <a:solidFill>
                  <a:srgbClr val="0070C0"/>
                </a:solidFill>
              </a:rPr>
              <a:t>Ejemplo: Modelo de Redes (de actividades)</a:t>
            </a:r>
          </a:p>
        </p:txBody>
      </p:sp>
      <p:sp>
        <p:nvSpPr>
          <p:cNvPr id="3" name="Oval 6">
            <a:extLst>
              <a:ext uri="{FF2B5EF4-FFF2-40B4-BE49-F238E27FC236}">
                <a16:creationId xmlns:a16="http://schemas.microsoft.com/office/drawing/2014/main" id="{F6D0CE0E-06E9-A5B3-97C0-FFCA54314A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838200" cy="7620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Inicio</a:t>
            </a:r>
          </a:p>
        </p:txBody>
      </p:sp>
      <p:sp>
        <p:nvSpPr>
          <p:cNvPr id="4" name="Oval 8">
            <a:extLst>
              <a:ext uri="{FF2B5EF4-FFF2-40B4-BE49-F238E27FC236}">
                <a16:creationId xmlns:a16="http://schemas.microsoft.com/office/drawing/2014/main" id="{7B399586-722C-75D5-01E1-C420511E76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2DE22F31-9E48-99B0-2FB8-1B0CAAD05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8288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7DFB7915-F076-C351-7766-9325CFE6F5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59FDEF09-4916-8DAA-F1D8-9D7014F668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7244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9" name="Oval 12">
            <a:extLst>
              <a:ext uri="{FF2B5EF4-FFF2-40B4-BE49-F238E27FC236}">
                <a16:creationId xmlns:a16="http://schemas.microsoft.com/office/drawing/2014/main" id="{8BF94C92-3437-15B0-FD15-375B3196D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86C9600C-F140-4091-96DB-A964CB4FC6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Fin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61989D06-F4E6-9586-9C2E-F22633CED5C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581400"/>
            <a:ext cx="685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FAE66C86-22F7-20C0-7F1C-1C933386387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23622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74800493-E0CB-6FC3-C9C1-2C55768CF14E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81400"/>
            <a:ext cx="1600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C0D9792E-590F-C16E-C0C8-B7EB5662429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6576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DB3C77F1-1BEF-8433-F716-D64F3214027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581400"/>
            <a:ext cx="1371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F1E53E67-0333-632B-2B3A-2DEB2C4C1E7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209800"/>
            <a:ext cx="1447800" cy="1143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8E74C2DA-A9A4-6B9D-7682-3B1C12E8D960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581400"/>
            <a:ext cx="609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CD40329B-335C-F95B-C41D-1DAD112D282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3733800"/>
            <a:ext cx="2819400" cy="1295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10826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6841E0-BAA1-A2CD-680A-5FFC11896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0179FECB-BF42-EE29-6EA8-6556924ECB3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11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F9920372-C932-884D-3289-65EC4CF667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35311AD-CBD9-A0FC-CC04-A6165139303C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2BB9F015-9B29-8DB0-58AC-286E71EA8917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11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90808AD4-ECC5-A463-AFA1-BCE5F7C12F12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4BF671F8-9CEB-7E1C-028F-B158BD88CFFF}"/>
              </a:ext>
            </a:extLst>
          </p:cNvPr>
          <p:cNvSpPr txBox="1"/>
          <p:nvPr/>
        </p:nvSpPr>
        <p:spPr>
          <a:xfrm>
            <a:off x="395536" y="181065"/>
            <a:ext cx="8208912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100" dirty="0">
                <a:solidFill>
                  <a:srgbClr val="0070C0"/>
                </a:solidFill>
              </a:rPr>
              <a:t>Ejemplo: Modelo de Redes (de actividades)</a:t>
            </a:r>
          </a:p>
        </p:txBody>
      </p:sp>
      <p:sp>
        <p:nvSpPr>
          <p:cNvPr id="3" name="Oval 6">
            <a:extLst>
              <a:ext uri="{FF2B5EF4-FFF2-40B4-BE49-F238E27FC236}">
                <a16:creationId xmlns:a16="http://schemas.microsoft.com/office/drawing/2014/main" id="{92AA4C76-3B17-5FEE-C47B-C44CA3054B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838200" cy="7620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Inicio</a:t>
            </a:r>
          </a:p>
        </p:txBody>
      </p:sp>
      <p:sp>
        <p:nvSpPr>
          <p:cNvPr id="4" name="Oval 8">
            <a:extLst>
              <a:ext uri="{FF2B5EF4-FFF2-40B4-BE49-F238E27FC236}">
                <a16:creationId xmlns:a16="http://schemas.microsoft.com/office/drawing/2014/main" id="{FABCFE10-B90F-B923-8DA3-AC6B16E86E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94ED15FD-1E6C-F5C8-A616-E79C0384C9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8288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C89C8088-BC9B-EFD1-95F0-11F116009E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59FE8FD0-5700-19BC-7B17-68D68A281A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7244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9" name="Oval 12">
            <a:extLst>
              <a:ext uri="{FF2B5EF4-FFF2-40B4-BE49-F238E27FC236}">
                <a16:creationId xmlns:a16="http://schemas.microsoft.com/office/drawing/2014/main" id="{CCC40DCF-5B70-FFC6-3087-F5787281AC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3F3E08E2-2771-399D-5306-9E210A7E63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Fin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B14503C4-31A3-22A7-0866-EAAD8F1DFD2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581400"/>
            <a:ext cx="685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D27D7B1E-35B1-EA31-23E4-606881721EB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23622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614030D9-FCCC-05E6-0FDC-F732CE92AAEC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81400"/>
            <a:ext cx="1600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027FAAF5-16E1-43D1-8C78-11461E6BD2DE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6576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CBB617B7-642F-0EE3-7808-CE35CF76DF6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581400"/>
            <a:ext cx="1371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7F8826EA-5ECD-0546-8F51-822F4C8FEEE9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209800"/>
            <a:ext cx="1447800" cy="1143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A32DFFE1-64A7-2F6E-2A4F-4C466757339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581400"/>
            <a:ext cx="609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62089E98-B692-599E-BFAF-B280F534BD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3733800"/>
            <a:ext cx="2819400" cy="1295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EA076FE7-1EAF-659E-F7AD-5B43DEA21676}"/>
              </a:ext>
            </a:extLst>
          </p:cNvPr>
          <p:cNvCxnSpPr/>
          <p:nvPr/>
        </p:nvCxnSpPr>
        <p:spPr>
          <a:xfrm>
            <a:off x="607368" y="2462741"/>
            <a:ext cx="2135832" cy="0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695F01B3-A080-DC1B-530A-FCDC2ECD196F}"/>
              </a:ext>
            </a:extLst>
          </p:cNvPr>
          <p:cNvCxnSpPr>
            <a:cxnSpLocks/>
          </p:cNvCxnSpPr>
          <p:nvPr/>
        </p:nvCxnSpPr>
        <p:spPr>
          <a:xfrm flipV="1">
            <a:off x="2971089" y="1500733"/>
            <a:ext cx="1448511" cy="973907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F5EEFD58-2EB2-481B-210D-B9F4EDA1DBE5}"/>
              </a:ext>
            </a:extLst>
          </p:cNvPr>
          <p:cNvCxnSpPr>
            <a:cxnSpLocks/>
          </p:cNvCxnSpPr>
          <p:nvPr/>
        </p:nvCxnSpPr>
        <p:spPr>
          <a:xfrm>
            <a:off x="5294479" y="1919289"/>
            <a:ext cx="1072819" cy="803273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725972C5-DC44-B0E7-79EE-682CB9472F91}"/>
              </a:ext>
            </a:extLst>
          </p:cNvPr>
          <p:cNvCxnSpPr>
            <a:cxnSpLocks/>
          </p:cNvCxnSpPr>
          <p:nvPr/>
        </p:nvCxnSpPr>
        <p:spPr>
          <a:xfrm>
            <a:off x="6858000" y="2618390"/>
            <a:ext cx="1228725" cy="7144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6B78BF27-72FC-9DE4-0278-0DC124096013}"/>
              </a:ext>
            </a:extLst>
          </p:cNvPr>
          <p:cNvCxnSpPr/>
          <p:nvPr/>
        </p:nvCxnSpPr>
        <p:spPr>
          <a:xfrm>
            <a:off x="611560" y="2996952"/>
            <a:ext cx="2135832" cy="0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65D0E6B8-D331-AA67-8793-1BCE5F1F0F89}"/>
              </a:ext>
            </a:extLst>
          </p:cNvPr>
          <p:cNvCxnSpPr>
            <a:cxnSpLocks/>
          </p:cNvCxnSpPr>
          <p:nvPr/>
        </p:nvCxnSpPr>
        <p:spPr>
          <a:xfrm>
            <a:off x="2940224" y="2996952"/>
            <a:ext cx="1415752" cy="0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9A2F21AB-C213-A5F5-FFB2-0885D4FE818D}"/>
              </a:ext>
            </a:extLst>
          </p:cNvPr>
          <p:cNvCxnSpPr>
            <a:cxnSpLocks/>
          </p:cNvCxnSpPr>
          <p:nvPr/>
        </p:nvCxnSpPr>
        <p:spPr>
          <a:xfrm>
            <a:off x="5028456" y="2996952"/>
            <a:ext cx="1415752" cy="0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11214B46-3049-C55D-8ECC-40D1E6252DF2}"/>
              </a:ext>
            </a:extLst>
          </p:cNvPr>
          <p:cNvCxnSpPr>
            <a:cxnSpLocks/>
          </p:cNvCxnSpPr>
          <p:nvPr/>
        </p:nvCxnSpPr>
        <p:spPr>
          <a:xfrm>
            <a:off x="6743700" y="2996952"/>
            <a:ext cx="1415752" cy="0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C1EC9773-4B32-7590-D95D-7A3D5E9E2F19}"/>
              </a:ext>
            </a:extLst>
          </p:cNvPr>
          <p:cNvCxnSpPr/>
          <p:nvPr/>
        </p:nvCxnSpPr>
        <p:spPr>
          <a:xfrm>
            <a:off x="611560" y="4077072"/>
            <a:ext cx="2135832" cy="0"/>
          </a:xfrm>
          <a:prstGeom prst="straightConnector1">
            <a:avLst/>
          </a:prstGeom>
          <a:ln w="7302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47EA5371-16C4-F2FD-F359-66CDB57A0481}"/>
              </a:ext>
            </a:extLst>
          </p:cNvPr>
          <p:cNvCxnSpPr>
            <a:cxnSpLocks/>
          </p:cNvCxnSpPr>
          <p:nvPr/>
        </p:nvCxnSpPr>
        <p:spPr>
          <a:xfrm>
            <a:off x="2819400" y="4077072"/>
            <a:ext cx="1320552" cy="952128"/>
          </a:xfrm>
          <a:prstGeom prst="straightConnector1">
            <a:avLst/>
          </a:prstGeom>
          <a:ln w="7302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758C8016-77F6-1951-5D36-0A0C538497D3}"/>
              </a:ext>
            </a:extLst>
          </p:cNvPr>
          <p:cNvCxnSpPr>
            <a:cxnSpLocks/>
          </p:cNvCxnSpPr>
          <p:nvPr/>
        </p:nvCxnSpPr>
        <p:spPr>
          <a:xfrm flipV="1">
            <a:off x="5292080" y="4122440"/>
            <a:ext cx="2708920" cy="1178768"/>
          </a:xfrm>
          <a:prstGeom prst="straightConnector1">
            <a:avLst/>
          </a:prstGeom>
          <a:ln w="7302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85647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95126-3FB8-54F6-4FF2-2491D5524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A22FFCAE-6808-283C-C934-5C7571494E6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12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B0D51B91-FB66-D527-060D-FDB0474BE4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2A00B30-3E87-67C4-3620-AD360B3B595E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7109A4DE-CBE8-D109-C897-1E94D428502F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12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B2D0DF46-C4C7-89EF-9943-C03C17872843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99A2305-9F8A-831D-88BE-746E1EE5E756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 </a:t>
            </a:r>
            <a:r>
              <a:rPr lang="es-MX" sz="3500" dirty="0" err="1">
                <a:solidFill>
                  <a:srgbClr val="0070C0"/>
                </a:solidFill>
              </a:rPr>
              <a:t>Critical</a:t>
            </a:r>
            <a:r>
              <a:rPr lang="es-MX" sz="3500" dirty="0">
                <a:solidFill>
                  <a:srgbClr val="0070C0"/>
                </a:solidFill>
              </a:rPr>
              <a:t> </a:t>
            </a:r>
            <a:r>
              <a:rPr lang="es-MX" sz="3500" dirty="0" err="1">
                <a:solidFill>
                  <a:srgbClr val="0070C0"/>
                </a:solidFill>
              </a:rPr>
              <a:t>Path</a:t>
            </a:r>
            <a:endParaRPr lang="es-MX" sz="3500" dirty="0">
              <a:solidFill>
                <a:srgbClr val="0070C0"/>
              </a:solidFill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4E539DB-26D9-812E-7A8A-4B0680A502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57313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s-MX" sz="3400" dirty="0">
                <a:solidFill>
                  <a:schemeClr val="tx1"/>
                </a:solidFill>
              </a:rPr>
              <a:t>Any delay in a task on the critical path will delay the entire project.</a:t>
            </a: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s-MX" sz="3400" dirty="0">
                <a:solidFill>
                  <a:schemeClr val="tx1"/>
                </a:solidFill>
              </a:rPr>
              <a:t>Every network has at least one critical path.</a:t>
            </a:r>
          </a:p>
          <a:p>
            <a:pPr marL="457200" indent="-457200" algn="l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es-MX" sz="3400" dirty="0">
                <a:solidFill>
                  <a:schemeClr val="tx1"/>
                </a:solidFill>
              </a:rPr>
              <a:t>Projects may have more than one critical path.</a:t>
            </a:r>
            <a:endParaRPr lang="es-ES" altLang="es-MX" sz="3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5108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314FB-ECA9-F4C0-1908-99AB0B87C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3C963313-BD71-7A86-CBFE-D2E40E96010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13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FF0B2FFE-CF3F-01D1-3560-75CB0EFCF1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A0983004-7190-7209-A1DD-DFD9AF2242D0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08C2469A-2F31-667F-EBEA-1C631AF92A34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13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DC3241C6-BBC3-AA07-007E-22E407AE6E7C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358F0160-3CAD-77DA-41DE-730BCD5E90C8}"/>
              </a:ext>
            </a:extLst>
          </p:cNvPr>
          <p:cNvSpPr txBox="1"/>
          <p:nvPr/>
        </p:nvSpPr>
        <p:spPr>
          <a:xfrm>
            <a:off x="395536" y="181065"/>
            <a:ext cx="8208912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100" dirty="0">
                <a:solidFill>
                  <a:srgbClr val="0070C0"/>
                </a:solidFill>
              </a:rPr>
              <a:t>Ejemplo: Cómo determinar la ruta crítica ?</a:t>
            </a:r>
          </a:p>
        </p:txBody>
      </p:sp>
      <p:sp>
        <p:nvSpPr>
          <p:cNvPr id="3" name="Oval 6">
            <a:extLst>
              <a:ext uri="{FF2B5EF4-FFF2-40B4-BE49-F238E27FC236}">
                <a16:creationId xmlns:a16="http://schemas.microsoft.com/office/drawing/2014/main" id="{24343EE5-DD35-1DE5-9CA4-9F300DAE6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838200" cy="7620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Inicio</a:t>
            </a:r>
          </a:p>
        </p:txBody>
      </p:sp>
      <p:sp>
        <p:nvSpPr>
          <p:cNvPr id="4" name="Oval 8">
            <a:extLst>
              <a:ext uri="{FF2B5EF4-FFF2-40B4-BE49-F238E27FC236}">
                <a16:creationId xmlns:a16="http://schemas.microsoft.com/office/drawing/2014/main" id="{489561AD-EBC2-B2D0-4F5F-0D3F36B10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8B014983-BC71-CE8F-CFE4-337519841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8288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EA16F608-BD51-4911-D43C-12507F1D7E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9E6B7994-8A45-1AF9-5C74-7A194EA14C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7244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9" name="Oval 12">
            <a:extLst>
              <a:ext uri="{FF2B5EF4-FFF2-40B4-BE49-F238E27FC236}">
                <a16:creationId xmlns:a16="http://schemas.microsoft.com/office/drawing/2014/main" id="{FC5C1A36-1EB1-B33E-CB12-3418B2F88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C0AFF70A-B736-DF37-54FF-689F49DB8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Fin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46323F37-EBD5-2325-DA47-40582F941CC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581400"/>
            <a:ext cx="685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73A6FC56-5C5E-55E8-9D9C-59FC6CF48C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23622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19A5C07A-DA2B-CB7D-DADF-534A6F395EE8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81400"/>
            <a:ext cx="1600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77194E87-7FAB-1F9B-F413-81C389618DB4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6576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9811A5EF-EC19-4A21-0645-E0C14419713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581400"/>
            <a:ext cx="1371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E49C7215-C31F-95AD-7BC9-488E36285BA4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209800"/>
            <a:ext cx="1447800" cy="1143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D009185A-1DA8-0937-5424-4CF21D58E38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581400"/>
            <a:ext cx="609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C6D94FF3-35A4-8311-3406-28AFAD55ACF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3733800"/>
            <a:ext cx="2819400" cy="1295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7DD0AE9-D75F-D0E6-083F-F2B7F794B911}"/>
              </a:ext>
            </a:extLst>
          </p:cNvPr>
          <p:cNvCxnSpPr/>
          <p:nvPr/>
        </p:nvCxnSpPr>
        <p:spPr>
          <a:xfrm>
            <a:off x="607368" y="2462741"/>
            <a:ext cx="2135832" cy="0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A9B5102A-AE58-C07D-CFAA-B8CFF1C19053}"/>
              </a:ext>
            </a:extLst>
          </p:cNvPr>
          <p:cNvCxnSpPr>
            <a:cxnSpLocks/>
          </p:cNvCxnSpPr>
          <p:nvPr/>
        </p:nvCxnSpPr>
        <p:spPr>
          <a:xfrm flipV="1">
            <a:off x="2971089" y="1500733"/>
            <a:ext cx="1448511" cy="973907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0F7D4334-1C78-A9D2-0916-7789D5BACE81}"/>
              </a:ext>
            </a:extLst>
          </p:cNvPr>
          <p:cNvCxnSpPr>
            <a:cxnSpLocks/>
          </p:cNvCxnSpPr>
          <p:nvPr/>
        </p:nvCxnSpPr>
        <p:spPr>
          <a:xfrm>
            <a:off x="5294479" y="1919289"/>
            <a:ext cx="1072819" cy="803273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512C1C48-D02A-A819-2FFC-F9798A3D999C}"/>
              </a:ext>
            </a:extLst>
          </p:cNvPr>
          <p:cNvCxnSpPr>
            <a:cxnSpLocks/>
          </p:cNvCxnSpPr>
          <p:nvPr/>
        </p:nvCxnSpPr>
        <p:spPr>
          <a:xfrm>
            <a:off x="6858000" y="2618390"/>
            <a:ext cx="1228725" cy="7144"/>
          </a:xfrm>
          <a:prstGeom prst="straightConnector1">
            <a:avLst/>
          </a:prstGeom>
          <a:ln w="730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3361E759-082B-5988-18A6-E3067C399B93}"/>
              </a:ext>
            </a:extLst>
          </p:cNvPr>
          <p:cNvCxnSpPr/>
          <p:nvPr/>
        </p:nvCxnSpPr>
        <p:spPr>
          <a:xfrm>
            <a:off x="611560" y="2996952"/>
            <a:ext cx="2135832" cy="0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2BB837E0-366B-BCE9-D865-9440C410181E}"/>
              </a:ext>
            </a:extLst>
          </p:cNvPr>
          <p:cNvCxnSpPr>
            <a:cxnSpLocks/>
          </p:cNvCxnSpPr>
          <p:nvPr/>
        </p:nvCxnSpPr>
        <p:spPr>
          <a:xfrm>
            <a:off x="2940224" y="2996952"/>
            <a:ext cx="1415752" cy="0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C3B249B6-B242-6699-465C-3EFA9C9202DF}"/>
              </a:ext>
            </a:extLst>
          </p:cNvPr>
          <p:cNvCxnSpPr>
            <a:cxnSpLocks/>
          </p:cNvCxnSpPr>
          <p:nvPr/>
        </p:nvCxnSpPr>
        <p:spPr>
          <a:xfrm>
            <a:off x="5028456" y="2996952"/>
            <a:ext cx="1415752" cy="0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cto de flecha 33">
            <a:extLst>
              <a:ext uri="{FF2B5EF4-FFF2-40B4-BE49-F238E27FC236}">
                <a16:creationId xmlns:a16="http://schemas.microsoft.com/office/drawing/2014/main" id="{1FED3FC7-9232-F283-6F0D-979E3F7C5300}"/>
              </a:ext>
            </a:extLst>
          </p:cNvPr>
          <p:cNvCxnSpPr>
            <a:cxnSpLocks/>
          </p:cNvCxnSpPr>
          <p:nvPr/>
        </p:nvCxnSpPr>
        <p:spPr>
          <a:xfrm>
            <a:off x="6743700" y="2996952"/>
            <a:ext cx="1415752" cy="0"/>
          </a:xfrm>
          <a:prstGeom prst="straightConnector1">
            <a:avLst/>
          </a:prstGeom>
          <a:ln w="730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cto de flecha 35">
            <a:extLst>
              <a:ext uri="{FF2B5EF4-FFF2-40B4-BE49-F238E27FC236}">
                <a16:creationId xmlns:a16="http://schemas.microsoft.com/office/drawing/2014/main" id="{1DCCC96B-E9F2-567D-8877-86E01EFF00F9}"/>
              </a:ext>
            </a:extLst>
          </p:cNvPr>
          <p:cNvCxnSpPr/>
          <p:nvPr/>
        </p:nvCxnSpPr>
        <p:spPr>
          <a:xfrm>
            <a:off x="611560" y="4077072"/>
            <a:ext cx="2135832" cy="0"/>
          </a:xfrm>
          <a:prstGeom prst="straightConnector1">
            <a:avLst/>
          </a:prstGeom>
          <a:ln w="7302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cto de flecha 36">
            <a:extLst>
              <a:ext uri="{FF2B5EF4-FFF2-40B4-BE49-F238E27FC236}">
                <a16:creationId xmlns:a16="http://schemas.microsoft.com/office/drawing/2014/main" id="{B0FFF9B2-D71E-8A57-10AE-546F11D4C8C0}"/>
              </a:ext>
            </a:extLst>
          </p:cNvPr>
          <p:cNvCxnSpPr>
            <a:cxnSpLocks/>
          </p:cNvCxnSpPr>
          <p:nvPr/>
        </p:nvCxnSpPr>
        <p:spPr>
          <a:xfrm>
            <a:off x="2819400" y="4077072"/>
            <a:ext cx="1320552" cy="952128"/>
          </a:xfrm>
          <a:prstGeom prst="straightConnector1">
            <a:avLst/>
          </a:prstGeom>
          <a:ln w="7302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recto de flecha 38">
            <a:extLst>
              <a:ext uri="{FF2B5EF4-FFF2-40B4-BE49-F238E27FC236}">
                <a16:creationId xmlns:a16="http://schemas.microsoft.com/office/drawing/2014/main" id="{96C1017D-B83D-A943-3A7C-452822186F9F}"/>
              </a:ext>
            </a:extLst>
          </p:cNvPr>
          <p:cNvCxnSpPr>
            <a:cxnSpLocks/>
          </p:cNvCxnSpPr>
          <p:nvPr/>
        </p:nvCxnSpPr>
        <p:spPr>
          <a:xfrm flipV="1">
            <a:off x="5292080" y="4122440"/>
            <a:ext cx="2708920" cy="1178768"/>
          </a:xfrm>
          <a:prstGeom prst="straightConnector1">
            <a:avLst/>
          </a:prstGeom>
          <a:ln w="73025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511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6FC7C-5123-8DAD-13CC-8212BB476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360FD6B9-596E-6F58-EC0E-42B8C01EEF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14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A6972F63-EDBB-1F26-181F-ACF8ADCE7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8E56C936-4AFE-3DA8-BA1A-4CEEAB97E801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39A774B2-78B4-749A-CAEF-502627ACCC36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14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F3CFCD73-162E-B712-56EF-4DE6D412DFE4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FF26917C-C5A9-5EE4-81F5-59B2A331A8D2}"/>
              </a:ext>
            </a:extLst>
          </p:cNvPr>
          <p:cNvSpPr txBox="1"/>
          <p:nvPr/>
        </p:nvSpPr>
        <p:spPr>
          <a:xfrm>
            <a:off x="395536" y="181065"/>
            <a:ext cx="8208912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100" dirty="0">
                <a:solidFill>
                  <a:srgbClr val="0070C0"/>
                </a:solidFill>
              </a:rPr>
              <a:t>Ejemplo: Modelo de Redes (de actividades)</a:t>
            </a:r>
          </a:p>
        </p:txBody>
      </p:sp>
      <p:sp>
        <p:nvSpPr>
          <p:cNvPr id="3" name="Oval 6">
            <a:extLst>
              <a:ext uri="{FF2B5EF4-FFF2-40B4-BE49-F238E27FC236}">
                <a16:creationId xmlns:a16="http://schemas.microsoft.com/office/drawing/2014/main" id="{4D86D467-B55B-621A-13BB-15A0C2A61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838200" cy="7620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Inicio</a:t>
            </a:r>
          </a:p>
        </p:txBody>
      </p:sp>
      <p:sp>
        <p:nvSpPr>
          <p:cNvPr id="4" name="Oval 8">
            <a:extLst>
              <a:ext uri="{FF2B5EF4-FFF2-40B4-BE49-F238E27FC236}">
                <a16:creationId xmlns:a16="http://schemas.microsoft.com/office/drawing/2014/main" id="{1759565B-70C8-3602-9912-B13E332D75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D3165F78-E891-45E9-63A8-04F63BB137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8288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D7568397-E57E-BB1C-CC7B-47EAF57D89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690D765A-C6CC-B34E-D518-F6C9DD6FF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7244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9" name="Oval 12">
            <a:extLst>
              <a:ext uri="{FF2B5EF4-FFF2-40B4-BE49-F238E27FC236}">
                <a16:creationId xmlns:a16="http://schemas.microsoft.com/office/drawing/2014/main" id="{A8A7169F-7D96-F67D-B283-B085A39688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2DB9D423-5CF2-0F51-9FC8-B12C2BE4C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Fin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4E9F2C65-4D51-DAE8-149F-50CBC5FCBA92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581400"/>
            <a:ext cx="685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780F459A-F5A2-EB57-B826-6BB9352F117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23622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DDB1C3FB-8CE1-754D-0AB9-4AC46C0CC13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81400"/>
            <a:ext cx="1600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95B8DB04-9A6C-5A06-B4D9-12D4F377FD1A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6576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AE84A07F-F36E-BB24-7A40-20E21AE9EA4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581400"/>
            <a:ext cx="1371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65594887-0DBE-6DC4-14FC-BD8C136B66E8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209800"/>
            <a:ext cx="1447800" cy="1143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86BD9C9E-B868-773F-A8BB-B5ED67F8CB92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581400"/>
            <a:ext cx="609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9C9C5D0F-17FA-9905-782D-663C50BF7AF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3733800"/>
            <a:ext cx="2819400" cy="1295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C111C2F1-6BBC-7D07-FC42-67FDA03CD429}"/>
              </a:ext>
            </a:extLst>
          </p:cNvPr>
          <p:cNvSpPr txBox="1"/>
          <p:nvPr/>
        </p:nvSpPr>
        <p:spPr>
          <a:xfrm>
            <a:off x="730702" y="28436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0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026DD4C9-FD07-DD2C-F10A-AA868DEF8E91}"/>
              </a:ext>
            </a:extLst>
          </p:cNvPr>
          <p:cNvSpPr txBox="1"/>
          <p:nvPr/>
        </p:nvSpPr>
        <p:spPr>
          <a:xfrm>
            <a:off x="2242870" y="28436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3BC0FF26-D850-26EC-A227-912BFA0B3E7B}"/>
              </a:ext>
            </a:extLst>
          </p:cNvPr>
          <p:cNvSpPr txBox="1"/>
          <p:nvPr/>
        </p:nvSpPr>
        <p:spPr>
          <a:xfrm>
            <a:off x="4691142" y="13314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2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B5FF1E8-03AF-2B68-5717-BA1403C1111A}"/>
              </a:ext>
            </a:extLst>
          </p:cNvPr>
          <p:cNvSpPr txBox="1"/>
          <p:nvPr/>
        </p:nvSpPr>
        <p:spPr>
          <a:xfrm>
            <a:off x="4691142" y="28436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3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48FE2C9A-8DCC-EF40-DC15-5D26F309E974}"/>
              </a:ext>
            </a:extLst>
          </p:cNvPr>
          <p:cNvSpPr txBox="1"/>
          <p:nvPr/>
        </p:nvSpPr>
        <p:spPr>
          <a:xfrm>
            <a:off x="4683358" y="435581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109909A3-609B-BF1F-9BE8-AEDDC23DB834}"/>
              </a:ext>
            </a:extLst>
          </p:cNvPr>
          <p:cNvSpPr txBox="1"/>
          <p:nvPr/>
        </p:nvSpPr>
        <p:spPr>
          <a:xfrm>
            <a:off x="6851382" y="28529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5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F802F18B-0EBC-67A4-1C71-2F4929D199FF}"/>
              </a:ext>
            </a:extLst>
          </p:cNvPr>
          <p:cNvSpPr txBox="1"/>
          <p:nvPr/>
        </p:nvSpPr>
        <p:spPr>
          <a:xfrm>
            <a:off x="8219534" y="28436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342274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00B71-701F-F167-9DF8-37842F272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3389FDA9-B841-55A8-B6EC-6F9B52A3CAA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15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11EC6F1B-65A1-3368-87CA-E8A040400D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E8A80068-E78F-D5D1-2EEB-A98D02A5F26B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1C1E2297-7848-ADC0-2D72-ACF1701CB339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15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3254EF4E-F337-8D20-301A-9BA5BBBB893C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DE205F7E-40FA-13F9-6E5E-FBACA2B65316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Ejemplo: Ruta Crítica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19B716D-44E1-F82F-9ED7-8140BB4E61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218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/>
            <a:r>
              <a:rPr lang="es-ES" altLang="es-MX" sz="3400" dirty="0">
                <a:solidFill>
                  <a:schemeClr val="tx1"/>
                </a:solidFill>
              </a:rPr>
              <a:t>Para cada actividad se calcularán 4 tiempos:</a:t>
            </a:r>
          </a:p>
        </p:txBody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0F4DB235-A660-0E45-9E76-6DDED0119F17}"/>
              </a:ext>
            </a:extLst>
          </p:cNvPr>
          <p:cNvGrpSpPr>
            <a:grpSpLocks/>
          </p:cNvGrpSpPr>
          <p:nvPr/>
        </p:nvGrpSpPr>
        <p:grpSpPr bwMode="auto">
          <a:xfrm>
            <a:off x="3421063" y="2348880"/>
            <a:ext cx="1871662" cy="1655762"/>
            <a:chOff x="1973" y="2387"/>
            <a:chExt cx="1179" cy="1043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4600314F-A092-3F8D-7402-D77D9F2C26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2387"/>
              <a:ext cx="0" cy="104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290B4379-B5E6-40FF-4FD5-D1D3E864C7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2886"/>
              <a:ext cx="1179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68089384-5E16-AF60-6781-9086CDD696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9" y="2475"/>
              <a:ext cx="4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 sz="3200" dirty="0"/>
                <a:t>ES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263B801B-03F5-7071-3A43-4BB24BCCE3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9" y="2475"/>
              <a:ext cx="4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 sz="3200" dirty="0"/>
                <a:t>EF</a:t>
              </a:r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D9E12806-E61C-D096-7897-D66D17027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4" y="2931"/>
              <a:ext cx="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 sz="3200" dirty="0"/>
                <a:t>LS</a:t>
              </a:r>
            </a:p>
          </p:txBody>
        </p:sp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B509E71A-E7F2-EAA3-E568-9223BAF724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9" y="2929"/>
              <a:ext cx="41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 sz="3200" dirty="0"/>
                <a:t>LF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3CDA808E-311E-6E1C-DCE2-D08EA9F92102}"/>
              </a:ext>
            </a:extLst>
          </p:cNvPr>
          <p:cNvSpPr txBox="1"/>
          <p:nvPr/>
        </p:nvSpPr>
        <p:spPr>
          <a:xfrm>
            <a:off x="635797" y="3968595"/>
            <a:ext cx="8229600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MX" sz="1700" dirty="0"/>
              <a:t>ES (</a:t>
            </a:r>
            <a:r>
              <a:rPr lang="es-ES" altLang="es-MX" sz="1700" dirty="0" err="1"/>
              <a:t>Earliest</a:t>
            </a:r>
            <a:r>
              <a:rPr lang="es-ES" altLang="es-MX" sz="1700" dirty="0"/>
              <a:t> Time) : Es el tiempo más temprano posible para iniciar una actividad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D77951E-6EB8-3541-2E28-0E7C3C39D5D7}"/>
              </a:ext>
            </a:extLst>
          </p:cNvPr>
          <p:cNvSpPr txBox="1"/>
          <p:nvPr/>
        </p:nvSpPr>
        <p:spPr>
          <a:xfrm>
            <a:off x="2189729" y="4187361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39788" lvl="1" indent="-495300"/>
            <a:r>
              <a:rPr lang="es-ES" altLang="es-MX" sz="1800" dirty="0"/>
              <a:t>ES = </a:t>
            </a:r>
            <a:r>
              <a:rPr lang="es-ES" altLang="es-MX" sz="1800" dirty="0" err="1"/>
              <a:t>max</a:t>
            </a:r>
            <a:r>
              <a:rPr lang="es-ES" altLang="es-MX" sz="1800" dirty="0"/>
              <a:t> (</a:t>
            </a:r>
            <a:r>
              <a:rPr lang="es-ES" altLang="es-MX" sz="1800" i="1" dirty="0"/>
              <a:t>E</a:t>
            </a:r>
            <a:r>
              <a:rPr lang="es-ES" altLang="es-MX" i="1" dirty="0"/>
              <a:t>F </a:t>
            </a:r>
            <a:r>
              <a:rPr lang="es-ES" altLang="es-MX" sz="1300" i="1" dirty="0"/>
              <a:t>actividades predecesoras</a:t>
            </a:r>
            <a:r>
              <a:rPr lang="es-ES" altLang="es-MX" sz="1800" dirty="0"/>
              <a:t>)</a:t>
            </a:r>
            <a:endParaRPr lang="es-ES" altLang="es-MX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499F2A28-65CA-B399-0E88-B27B1B4E5D0A}"/>
              </a:ext>
            </a:extLst>
          </p:cNvPr>
          <p:cNvSpPr txBox="1"/>
          <p:nvPr/>
        </p:nvSpPr>
        <p:spPr>
          <a:xfrm>
            <a:off x="683568" y="4739412"/>
            <a:ext cx="7776864" cy="3539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MX" sz="1700" dirty="0"/>
              <a:t>EF (</a:t>
            </a:r>
            <a:r>
              <a:rPr lang="es-ES" altLang="es-MX" sz="1700" dirty="0" err="1"/>
              <a:t>Early</a:t>
            </a:r>
            <a:r>
              <a:rPr lang="es-ES" altLang="es-MX" sz="1700" dirty="0"/>
              <a:t> </a:t>
            </a:r>
            <a:r>
              <a:rPr lang="es-ES" altLang="es-MX" sz="1700" dirty="0" err="1"/>
              <a:t>Finish</a:t>
            </a:r>
            <a:r>
              <a:rPr lang="es-ES" altLang="es-MX" sz="1700" dirty="0"/>
              <a:t>) :   ES + Duración de la actividad</a:t>
            </a:r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351CF4E3-8E0B-3E5B-E15E-1E4F54165F23}"/>
              </a:ext>
            </a:extLst>
          </p:cNvPr>
          <p:cNvCxnSpPr/>
          <p:nvPr/>
        </p:nvCxnSpPr>
        <p:spPr>
          <a:xfrm>
            <a:off x="755576" y="5445224"/>
            <a:ext cx="3384376" cy="0"/>
          </a:xfrm>
          <a:prstGeom prst="straightConnector1">
            <a:avLst/>
          </a:prstGeom>
          <a:ln w="857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79176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8B89A-3867-DCA1-398C-7F3DA28A6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A020FF22-A551-5117-7278-C64AB9836F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16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09337656-D524-D798-2A66-11DCCC03C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1436F8EB-270C-C774-C1DB-B6B294239703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E4AACAE1-AF54-CBA1-9881-27F6D9C5EFD9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16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EE1D9129-3E21-1580-018E-68DAADC94951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6BFBFD6C-E94E-621B-3F39-F1247D078CD2}"/>
              </a:ext>
            </a:extLst>
          </p:cNvPr>
          <p:cNvSpPr txBox="1"/>
          <p:nvPr/>
        </p:nvSpPr>
        <p:spPr>
          <a:xfrm>
            <a:off x="395536" y="181065"/>
            <a:ext cx="8208912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100" dirty="0">
                <a:solidFill>
                  <a:srgbClr val="0070C0"/>
                </a:solidFill>
              </a:rPr>
              <a:t>Ejemplo: Modelo de Redes (de actividades)</a:t>
            </a:r>
          </a:p>
        </p:txBody>
      </p:sp>
      <p:sp>
        <p:nvSpPr>
          <p:cNvPr id="3" name="Oval 6">
            <a:extLst>
              <a:ext uri="{FF2B5EF4-FFF2-40B4-BE49-F238E27FC236}">
                <a16:creationId xmlns:a16="http://schemas.microsoft.com/office/drawing/2014/main" id="{B897B7CC-5BF7-B854-FC44-1BCF75220B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838200" cy="7620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Inicio</a:t>
            </a:r>
          </a:p>
        </p:txBody>
      </p:sp>
      <p:sp>
        <p:nvSpPr>
          <p:cNvPr id="4" name="Oval 8">
            <a:extLst>
              <a:ext uri="{FF2B5EF4-FFF2-40B4-BE49-F238E27FC236}">
                <a16:creationId xmlns:a16="http://schemas.microsoft.com/office/drawing/2014/main" id="{15A8BE27-6C4A-6EA7-4E64-8124BBCD7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D5EA28A1-6717-3913-B7BD-45793532E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8288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F17C6469-B7C3-BBB6-9EF8-2139D93AF8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6DDE88AE-D569-81F6-5A4F-1ECEA77D3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7244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9" name="Oval 12">
            <a:extLst>
              <a:ext uri="{FF2B5EF4-FFF2-40B4-BE49-F238E27FC236}">
                <a16:creationId xmlns:a16="http://schemas.microsoft.com/office/drawing/2014/main" id="{723B31F9-E435-8D4E-AD7B-7FE7BF10FB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5ED2A5E6-B6B5-B753-E07C-8A02C9EB1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Fin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2EADAB09-5E4A-7D39-6FEA-BE2E56EA06CF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581400"/>
            <a:ext cx="685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047934EB-DE80-E391-91D1-FE0F2A2D81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23622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15E7B63E-C42E-7D9C-891E-266D7204685B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81400"/>
            <a:ext cx="1600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E50E97DD-BE92-BE2A-1EC3-9005981AB283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6576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BA682801-7F20-56E4-20CD-75B77450AC9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581400"/>
            <a:ext cx="1371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BBEAD00C-000A-0997-FBC9-67A8F748BDB0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209800"/>
            <a:ext cx="1447800" cy="1143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32AF8882-A18F-F7BE-4B93-B4AB117C7B5C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581400"/>
            <a:ext cx="609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C02C985B-00E6-01E7-F6F2-31D6DA84DD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3733800"/>
            <a:ext cx="2819400" cy="1295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A1428261-261C-E0B8-4946-188B6C6EF5A2}"/>
              </a:ext>
            </a:extLst>
          </p:cNvPr>
          <p:cNvSpPr txBox="1"/>
          <p:nvPr/>
        </p:nvSpPr>
        <p:spPr>
          <a:xfrm>
            <a:off x="730702" y="28436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0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726DA1A5-036A-AB0C-C9DB-BD7EFE438F54}"/>
              </a:ext>
            </a:extLst>
          </p:cNvPr>
          <p:cNvSpPr txBox="1"/>
          <p:nvPr/>
        </p:nvSpPr>
        <p:spPr>
          <a:xfrm>
            <a:off x="2242870" y="28436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D28D481-716D-054A-1FAF-3949E17ED005}"/>
              </a:ext>
            </a:extLst>
          </p:cNvPr>
          <p:cNvSpPr txBox="1"/>
          <p:nvPr/>
        </p:nvSpPr>
        <p:spPr>
          <a:xfrm>
            <a:off x="4691142" y="13314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2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ACA1D418-92F6-C03D-ED4F-3866C7822C3A}"/>
              </a:ext>
            </a:extLst>
          </p:cNvPr>
          <p:cNvSpPr txBox="1"/>
          <p:nvPr/>
        </p:nvSpPr>
        <p:spPr>
          <a:xfrm>
            <a:off x="4691142" y="28436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3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3C569CC6-4FCA-88A2-4CB4-15074AAA1CC0}"/>
              </a:ext>
            </a:extLst>
          </p:cNvPr>
          <p:cNvSpPr txBox="1"/>
          <p:nvPr/>
        </p:nvSpPr>
        <p:spPr>
          <a:xfrm>
            <a:off x="4683358" y="435581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3AA222E2-E17E-3E3D-D13B-E5E368CD07EB}"/>
              </a:ext>
            </a:extLst>
          </p:cNvPr>
          <p:cNvSpPr txBox="1"/>
          <p:nvPr/>
        </p:nvSpPr>
        <p:spPr>
          <a:xfrm>
            <a:off x="6851382" y="28529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5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2BC8CB41-9DDD-3D56-4AE6-A88D38D4C6CA}"/>
              </a:ext>
            </a:extLst>
          </p:cNvPr>
          <p:cNvSpPr txBox="1"/>
          <p:nvPr/>
        </p:nvSpPr>
        <p:spPr>
          <a:xfrm>
            <a:off x="8219534" y="28436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0</a:t>
            </a:r>
          </a:p>
        </p:txBody>
      </p:sp>
      <p:grpSp>
        <p:nvGrpSpPr>
          <p:cNvPr id="28" name="Group 32">
            <a:extLst>
              <a:ext uri="{FF2B5EF4-FFF2-40B4-BE49-F238E27FC236}">
                <a16:creationId xmlns:a16="http://schemas.microsoft.com/office/drawing/2014/main" id="{0D60D8EF-CB6C-0801-ABD2-94FD8E2C91DE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970559"/>
            <a:ext cx="719138" cy="719138"/>
            <a:chOff x="295" y="981"/>
            <a:chExt cx="453" cy="453"/>
          </a:xfrm>
        </p:grpSpPr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3F1DBE6C-783E-12CA-6A72-D325EA3455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27AFA9B7-D125-8876-1988-6F0E182EA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1" name="Group 33">
            <a:extLst>
              <a:ext uri="{FF2B5EF4-FFF2-40B4-BE49-F238E27FC236}">
                <a16:creationId xmlns:a16="http://schemas.microsoft.com/office/drawing/2014/main" id="{E51B5400-BDD4-A98F-1E96-45E48F03E437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70559"/>
            <a:ext cx="719138" cy="719138"/>
            <a:chOff x="295" y="981"/>
            <a:chExt cx="453" cy="453"/>
          </a:xfrm>
        </p:grpSpPr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DDF303A5-8A88-4405-9461-D64484F6F7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33" name="Line 35">
              <a:extLst>
                <a:ext uri="{FF2B5EF4-FFF2-40B4-BE49-F238E27FC236}">
                  <a16:creationId xmlns:a16="http://schemas.microsoft.com/office/drawing/2014/main" id="{C21EA986-E9ED-1170-B761-4B4E994573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34" name="Text Box 51">
            <a:extLst>
              <a:ext uri="{FF2B5EF4-FFF2-40B4-BE49-F238E27FC236}">
                <a16:creationId xmlns:a16="http://schemas.microsoft.com/office/drawing/2014/main" id="{92CBA508-98D6-14F6-ED9D-CA428E8084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1918172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</a:t>
            </a:r>
          </a:p>
        </p:txBody>
      </p:sp>
      <p:sp>
        <p:nvSpPr>
          <p:cNvPr id="35" name="Text Box 52">
            <a:extLst>
              <a:ext uri="{FF2B5EF4-FFF2-40B4-BE49-F238E27FC236}">
                <a16:creationId xmlns:a16="http://schemas.microsoft.com/office/drawing/2014/main" id="{F4DF5E52-EE9D-531A-C162-BF28071278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3" y="1918172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</a:t>
            </a:r>
          </a:p>
        </p:txBody>
      </p:sp>
      <p:sp>
        <p:nvSpPr>
          <p:cNvPr id="36" name="Line 53">
            <a:extLst>
              <a:ext uri="{FF2B5EF4-FFF2-40B4-BE49-F238E27FC236}">
                <a16:creationId xmlns:a16="http://schemas.microsoft.com/office/drawing/2014/main" id="{378F6606-9EF7-6C2B-ABF7-6C667D513D6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258888" y="2113434"/>
            <a:ext cx="7207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7" name="Text Box 54">
            <a:extLst>
              <a:ext uri="{FF2B5EF4-FFF2-40B4-BE49-F238E27FC236}">
                <a16:creationId xmlns:a16="http://schemas.microsoft.com/office/drawing/2014/main" id="{1A0CA330-A2D2-9427-CFC6-26DCB5CB13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975" y="1918172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</a:t>
            </a:r>
          </a:p>
        </p:txBody>
      </p:sp>
      <p:sp>
        <p:nvSpPr>
          <p:cNvPr id="38" name="Text Box 55">
            <a:extLst>
              <a:ext uri="{FF2B5EF4-FFF2-40B4-BE49-F238E27FC236}">
                <a16:creationId xmlns:a16="http://schemas.microsoft.com/office/drawing/2014/main" id="{275E3C51-2707-90F5-9EC7-3ED260628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338" y="1918172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4</a:t>
            </a:r>
          </a:p>
        </p:txBody>
      </p:sp>
      <p:sp>
        <p:nvSpPr>
          <p:cNvPr id="39" name="Text Box 56">
            <a:extLst>
              <a:ext uri="{FF2B5EF4-FFF2-40B4-BE49-F238E27FC236}">
                <a16:creationId xmlns:a16="http://schemas.microsoft.com/office/drawing/2014/main" id="{DD03AF03-8B6D-FD74-100F-27E0481F7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0" y="1484784"/>
            <a:ext cx="704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0+4=</a:t>
            </a:r>
          </a:p>
        </p:txBody>
      </p:sp>
      <p:grpSp>
        <p:nvGrpSpPr>
          <p:cNvPr id="43" name="Group 36">
            <a:extLst>
              <a:ext uri="{FF2B5EF4-FFF2-40B4-BE49-F238E27FC236}">
                <a16:creationId xmlns:a16="http://schemas.microsoft.com/office/drawing/2014/main" id="{7EEDF00A-2C07-B5FE-B130-34697FC5C5F1}"/>
              </a:ext>
            </a:extLst>
          </p:cNvPr>
          <p:cNvGrpSpPr>
            <a:grpSpLocks/>
          </p:cNvGrpSpPr>
          <p:nvPr/>
        </p:nvGrpSpPr>
        <p:grpSpPr bwMode="auto">
          <a:xfrm>
            <a:off x="5364088" y="1033115"/>
            <a:ext cx="719137" cy="719138"/>
            <a:chOff x="295" y="981"/>
            <a:chExt cx="453" cy="453"/>
          </a:xfrm>
        </p:grpSpPr>
        <p:sp>
          <p:nvSpPr>
            <p:cNvPr id="44" name="Line 37">
              <a:extLst>
                <a:ext uri="{FF2B5EF4-FFF2-40B4-BE49-F238E27FC236}">
                  <a16:creationId xmlns:a16="http://schemas.microsoft.com/office/drawing/2014/main" id="{DEFA7E93-4479-6FE0-709A-3F49647964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45" name="Line 38">
              <a:extLst>
                <a:ext uri="{FF2B5EF4-FFF2-40B4-BE49-F238E27FC236}">
                  <a16:creationId xmlns:a16="http://schemas.microsoft.com/office/drawing/2014/main" id="{7C920D78-F769-39CB-D9B2-0D44C5C9AE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6" name="Text Box 58">
            <a:extLst>
              <a:ext uri="{FF2B5EF4-FFF2-40B4-BE49-F238E27FC236}">
                <a16:creationId xmlns:a16="http://schemas.microsoft.com/office/drawing/2014/main" id="{1E2C11DE-B7D7-1DBF-3DD0-840ED64529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475" y="98072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4</a:t>
            </a:r>
          </a:p>
        </p:txBody>
      </p:sp>
      <p:sp>
        <p:nvSpPr>
          <p:cNvPr id="47" name="Text Box 59">
            <a:extLst>
              <a:ext uri="{FF2B5EF4-FFF2-40B4-BE49-F238E27FC236}">
                <a16:creationId xmlns:a16="http://schemas.microsoft.com/office/drawing/2014/main" id="{B927C0E9-A2B6-F76E-304F-5607B9A365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250" y="98072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6</a:t>
            </a:r>
          </a:p>
        </p:txBody>
      </p:sp>
      <p:grpSp>
        <p:nvGrpSpPr>
          <p:cNvPr id="48" name="Group 45">
            <a:extLst>
              <a:ext uri="{FF2B5EF4-FFF2-40B4-BE49-F238E27FC236}">
                <a16:creationId xmlns:a16="http://schemas.microsoft.com/office/drawing/2014/main" id="{30093E21-7A79-90F8-ECB0-D62A67AECE2A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2185243"/>
            <a:ext cx="719138" cy="719138"/>
            <a:chOff x="295" y="981"/>
            <a:chExt cx="453" cy="453"/>
          </a:xfrm>
        </p:grpSpPr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F4E9D465-EBE8-4AED-3038-91F42F519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22D4B96C-71BD-162E-071E-1FABBF945D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51" name="Group 48">
            <a:extLst>
              <a:ext uri="{FF2B5EF4-FFF2-40B4-BE49-F238E27FC236}">
                <a16:creationId xmlns:a16="http://schemas.microsoft.com/office/drawing/2014/main" id="{209CF37B-2FBE-2154-F8EC-BB178B877265}"/>
              </a:ext>
            </a:extLst>
          </p:cNvPr>
          <p:cNvGrpSpPr>
            <a:grpSpLocks/>
          </p:cNvGrpSpPr>
          <p:nvPr/>
        </p:nvGrpSpPr>
        <p:grpSpPr bwMode="auto">
          <a:xfrm>
            <a:off x="8101013" y="2185243"/>
            <a:ext cx="719137" cy="719138"/>
            <a:chOff x="295" y="981"/>
            <a:chExt cx="453" cy="453"/>
          </a:xfrm>
        </p:grpSpPr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9A510529-1990-6DF3-A047-2B70566C3B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92B2ACBF-EE52-DF7A-B070-4368EDA480F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54" name="Text Box 68">
            <a:extLst>
              <a:ext uri="{FF2B5EF4-FFF2-40B4-BE49-F238E27FC236}">
                <a16:creationId xmlns:a16="http://schemas.microsoft.com/office/drawing/2014/main" id="{985AF7C1-3E5B-81A1-D754-2519B3824A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4975" y="2132856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7</a:t>
            </a:r>
          </a:p>
        </p:txBody>
      </p:sp>
      <p:sp>
        <p:nvSpPr>
          <p:cNvPr id="55" name="Text Box 69">
            <a:extLst>
              <a:ext uri="{FF2B5EF4-FFF2-40B4-BE49-F238E27FC236}">
                <a16:creationId xmlns:a16="http://schemas.microsoft.com/office/drawing/2014/main" id="{822211E8-DEA7-60FC-3630-EDC55CF07B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0" y="2132856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56" name="Line 70">
            <a:extLst>
              <a:ext uri="{FF2B5EF4-FFF2-40B4-BE49-F238E27FC236}">
                <a16:creationId xmlns:a16="http://schemas.microsoft.com/office/drawing/2014/main" id="{A1A61C2A-B71B-AC54-0468-F12273CEAD5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596188" y="2329706"/>
            <a:ext cx="5048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57" name="Text Box 72">
            <a:extLst>
              <a:ext uri="{FF2B5EF4-FFF2-40B4-BE49-F238E27FC236}">
                <a16:creationId xmlns:a16="http://schemas.microsoft.com/office/drawing/2014/main" id="{A37C2C79-C5D5-1806-6501-EC730EFC17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2178893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58" name="Text Box 73">
            <a:extLst>
              <a:ext uri="{FF2B5EF4-FFF2-40B4-BE49-F238E27FC236}">
                <a16:creationId xmlns:a16="http://schemas.microsoft.com/office/drawing/2014/main" id="{2C256B3E-F3F8-576A-7D02-B3C8CD4D1C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0738" y="2178893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grpSp>
        <p:nvGrpSpPr>
          <p:cNvPr id="59" name="Group 39">
            <a:extLst>
              <a:ext uri="{FF2B5EF4-FFF2-40B4-BE49-F238E27FC236}">
                <a16:creationId xmlns:a16="http://schemas.microsoft.com/office/drawing/2014/main" id="{FB7134A0-39A9-2B86-8EBA-57CF297567DD}"/>
              </a:ext>
            </a:extLst>
          </p:cNvPr>
          <p:cNvGrpSpPr>
            <a:grpSpLocks/>
          </p:cNvGrpSpPr>
          <p:nvPr/>
        </p:nvGrpSpPr>
        <p:grpSpPr bwMode="auto">
          <a:xfrm>
            <a:off x="5144244" y="2781300"/>
            <a:ext cx="719138" cy="719138"/>
            <a:chOff x="295" y="981"/>
            <a:chExt cx="453" cy="453"/>
          </a:xfrm>
        </p:grpSpPr>
        <p:sp>
          <p:nvSpPr>
            <p:cNvPr id="60" name="Line 40">
              <a:extLst>
                <a:ext uri="{FF2B5EF4-FFF2-40B4-BE49-F238E27FC236}">
                  <a16:creationId xmlns:a16="http://schemas.microsoft.com/office/drawing/2014/main" id="{53E34F51-6C3D-BFC5-CDCB-4CD2F87F62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Line 41">
              <a:extLst>
                <a:ext uri="{FF2B5EF4-FFF2-40B4-BE49-F238E27FC236}">
                  <a16:creationId xmlns:a16="http://schemas.microsoft.com/office/drawing/2014/main" id="{FD000183-CC98-32C3-C049-02DAFC230E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62" name="Text Box 61">
            <a:extLst>
              <a:ext uri="{FF2B5EF4-FFF2-40B4-BE49-F238E27FC236}">
                <a16:creationId xmlns:a16="http://schemas.microsoft.com/office/drawing/2014/main" id="{5FE8B3A1-38F0-D1CB-18A2-BB6D3914F0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6632" y="27289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4</a:t>
            </a:r>
          </a:p>
        </p:txBody>
      </p:sp>
      <p:sp>
        <p:nvSpPr>
          <p:cNvPr id="63" name="Text Box 62">
            <a:extLst>
              <a:ext uri="{FF2B5EF4-FFF2-40B4-BE49-F238E27FC236}">
                <a16:creationId xmlns:a16="http://schemas.microsoft.com/office/drawing/2014/main" id="{52A1CF8F-FA5F-5C01-D6A0-B09FA8748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994" y="27289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7</a:t>
            </a:r>
          </a:p>
        </p:txBody>
      </p:sp>
      <p:grpSp>
        <p:nvGrpSpPr>
          <p:cNvPr id="3072" name="Group 42">
            <a:extLst>
              <a:ext uri="{FF2B5EF4-FFF2-40B4-BE49-F238E27FC236}">
                <a16:creationId xmlns:a16="http://schemas.microsoft.com/office/drawing/2014/main" id="{8BBA5324-E888-DEE6-7F56-16B1CF00CE6F}"/>
              </a:ext>
            </a:extLst>
          </p:cNvPr>
          <p:cNvGrpSpPr>
            <a:grpSpLocks/>
          </p:cNvGrpSpPr>
          <p:nvPr/>
        </p:nvGrpSpPr>
        <p:grpSpPr bwMode="auto">
          <a:xfrm>
            <a:off x="5361856" y="5065564"/>
            <a:ext cx="719137" cy="719137"/>
            <a:chOff x="295" y="981"/>
            <a:chExt cx="453" cy="453"/>
          </a:xfrm>
        </p:grpSpPr>
        <p:sp>
          <p:nvSpPr>
            <p:cNvPr id="3073" name="Line 43">
              <a:extLst>
                <a:ext uri="{FF2B5EF4-FFF2-40B4-BE49-F238E27FC236}">
                  <a16:creationId xmlns:a16="http://schemas.microsoft.com/office/drawing/2014/main" id="{37DA3772-5091-6B03-31D2-B0CADB7CCD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3074" name="Line 44">
              <a:extLst>
                <a:ext uri="{FF2B5EF4-FFF2-40B4-BE49-F238E27FC236}">
                  <a16:creationId xmlns:a16="http://schemas.microsoft.com/office/drawing/2014/main" id="{81FF33F8-1605-BDFD-42BD-5B8012E4A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3075" name="Text Box 64">
            <a:extLst>
              <a:ext uri="{FF2B5EF4-FFF2-40B4-BE49-F238E27FC236}">
                <a16:creationId xmlns:a16="http://schemas.microsoft.com/office/drawing/2014/main" id="{076A62C6-D7FC-70DF-905B-CB348798F5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243" y="501317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4</a:t>
            </a:r>
          </a:p>
        </p:txBody>
      </p:sp>
      <p:sp>
        <p:nvSpPr>
          <p:cNvPr id="3078" name="Text Box 65">
            <a:extLst>
              <a:ext uri="{FF2B5EF4-FFF2-40B4-BE49-F238E27FC236}">
                <a16:creationId xmlns:a16="http://schemas.microsoft.com/office/drawing/2014/main" id="{DC588D5E-400B-7F0E-2B36-5B0030DC22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3018" y="501317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5</a:t>
            </a:r>
          </a:p>
        </p:txBody>
      </p:sp>
      <p:sp>
        <p:nvSpPr>
          <p:cNvPr id="3079" name="Line 53">
            <a:extLst>
              <a:ext uri="{FF2B5EF4-FFF2-40B4-BE49-F238E27FC236}">
                <a16:creationId xmlns:a16="http://schemas.microsoft.com/office/drawing/2014/main" id="{841F88C9-9FEE-BC1B-E66F-C2EF632A73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15170" y="1119040"/>
            <a:ext cx="2140943" cy="1013816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80" name="Line 53">
            <a:extLst>
              <a:ext uri="{FF2B5EF4-FFF2-40B4-BE49-F238E27FC236}">
                <a16:creationId xmlns:a16="http://schemas.microsoft.com/office/drawing/2014/main" id="{B7974694-D5E9-0535-6FA6-D97E0E39BD3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892425" y="2174875"/>
            <a:ext cx="1949450" cy="56832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81" name="Line 53">
            <a:extLst>
              <a:ext uri="{FF2B5EF4-FFF2-40B4-BE49-F238E27FC236}">
                <a16:creationId xmlns:a16="http://schemas.microsoft.com/office/drawing/2014/main" id="{71ADFC16-B877-4C35-9BFD-1FCBEFE0C1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987576" y="2280963"/>
            <a:ext cx="2508890" cy="267506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82" name="Line 70">
            <a:extLst>
              <a:ext uri="{FF2B5EF4-FFF2-40B4-BE49-F238E27FC236}">
                <a16:creationId xmlns:a16="http://schemas.microsoft.com/office/drawing/2014/main" id="{D7639C75-104D-0422-4AE0-6AEE6346394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012159" y="2458691"/>
            <a:ext cx="617240" cy="46625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83" name="Line 70">
            <a:extLst>
              <a:ext uri="{FF2B5EF4-FFF2-40B4-BE49-F238E27FC236}">
                <a16:creationId xmlns:a16="http://schemas.microsoft.com/office/drawing/2014/main" id="{DF0F0273-FD97-229E-F98F-ADB1739BB4C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31024" y="1374973"/>
            <a:ext cx="473001" cy="54319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84" name="Line 70">
            <a:extLst>
              <a:ext uri="{FF2B5EF4-FFF2-40B4-BE49-F238E27FC236}">
                <a16:creationId xmlns:a16="http://schemas.microsoft.com/office/drawing/2014/main" id="{424851F7-A13D-E237-DC5B-781BE9A6733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308304" y="3356992"/>
            <a:ext cx="5048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pic>
        <p:nvPicPr>
          <p:cNvPr id="3093" name="Imagen 3092">
            <a:extLst>
              <a:ext uri="{FF2B5EF4-FFF2-40B4-BE49-F238E27FC236}">
                <a16:creationId xmlns:a16="http://schemas.microsoft.com/office/drawing/2014/main" id="{90FB823E-A2A9-5C77-3AE7-42536252C2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65" y="4465041"/>
            <a:ext cx="1239877" cy="1083672"/>
          </a:xfrm>
          <a:prstGeom prst="rect">
            <a:avLst/>
          </a:prstGeom>
        </p:spPr>
      </p:pic>
      <p:cxnSp>
        <p:nvCxnSpPr>
          <p:cNvPr id="3094" name="Conector recto de flecha 3093">
            <a:extLst>
              <a:ext uri="{FF2B5EF4-FFF2-40B4-BE49-F238E27FC236}">
                <a16:creationId xmlns:a16="http://schemas.microsoft.com/office/drawing/2014/main" id="{7DD793DF-9750-8013-A6D9-8D1812BA4C63}"/>
              </a:ext>
            </a:extLst>
          </p:cNvPr>
          <p:cNvCxnSpPr>
            <a:cxnSpLocks/>
          </p:cNvCxnSpPr>
          <p:nvPr/>
        </p:nvCxnSpPr>
        <p:spPr>
          <a:xfrm>
            <a:off x="830263" y="4465041"/>
            <a:ext cx="720080" cy="0"/>
          </a:xfrm>
          <a:prstGeom prst="straightConnector1">
            <a:avLst/>
          </a:prstGeom>
          <a:ln w="857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4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3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3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3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8" dur="500"/>
                                        <p:tgtEl>
                                          <p:spTgt spid="3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34" grpId="0"/>
      <p:bldP spid="35" grpId="0"/>
      <p:bldP spid="37" grpId="0"/>
      <p:bldP spid="38" grpId="0"/>
      <p:bldP spid="39" grpId="0"/>
      <p:bldP spid="46" grpId="0"/>
      <p:bldP spid="47" grpId="0"/>
      <p:bldP spid="54" grpId="0"/>
      <p:bldP spid="55" grpId="0"/>
      <p:bldP spid="57" grpId="0"/>
      <p:bldP spid="58" grpId="0"/>
      <p:bldP spid="62" grpId="0"/>
      <p:bldP spid="63" grpId="0"/>
      <p:bldP spid="3075" grpId="0"/>
      <p:bldP spid="307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2A240-CE11-DB90-728D-9D7D80B13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7AE5D5C8-8859-DCC7-7909-57C88FF533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17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CB11EF32-23CA-71A1-F78B-99025876F0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6CAD4A1-01FD-B91A-07E6-1772F043F70B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21AA1FF7-2E0A-E79B-80A4-CDA4290900FB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17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72EE4698-5B3C-2F96-E9F5-6805742AB572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0E4D6535-2EC3-D466-8C96-7F9405B91A86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Ejemplo: Ruta Crítica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16643C-F9F5-A38C-AF40-76CE9924DD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340768"/>
            <a:ext cx="8229600" cy="2189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571500" indent="-571500" algn="l"/>
            <a:r>
              <a:rPr lang="es-ES" altLang="es-MX" sz="3400" dirty="0">
                <a:solidFill>
                  <a:schemeClr val="tx1"/>
                </a:solidFill>
              </a:rPr>
              <a:t>Para cada actividad se calcularán 4 tiempos:</a:t>
            </a:r>
          </a:p>
        </p:txBody>
      </p:sp>
      <p:grpSp>
        <p:nvGrpSpPr>
          <p:cNvPr id="6" name="Group 10">
            <a:extLst>
              <a:ext uri="{FF2B5EF4-FFF2-40B4-BE49-F238E27FC236}">
                <a16:creationId xmlns:a16="http://schemas.microsoft.com/office/drawing/2014/main" id="{AC05DDA5-DCF7-9E5E-27DC-F4D529B520E5}"/>
              </a:ext>
            </a:extLst>
          </p:cNvPr>
          <p:cNvGrpSpPr>
            <a:grpSpLocks/>
          </p:cNvGrpSpPr>
          <p:nvPr/>
        </p:nvGrpSpPr>
        <p:grpSpPr bwMode="auto">
          <a:xfrm>
            <a:off x="3421063" y="2089448"/>
            <a:ext cx="1871662" cy="1655762"/>
            <a:chOff x="1973" y="2387"/>
            <a:chExt cx="1179" cy="1043"/>
          </a:xfrm>
        </p:grpSpPr>
        <p:sp>
          <p:nvSpPr>
            <p:cNvPr id="7" name="Line 4">
              <a:extLst>
                <a:ext uri="{FF2B5EF4-FFF2-40B4-BE49-F238E27FC236}">
                  <a16:creationId xmlns:a16="http://schemas.microsoft.com/office/drawing/2014/main" id="{BC5D5A1E-CC82-E277-C72D-80111E6E02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08" y="2387"/>
              <a:ext cx="0" cy="104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8" name="Line 5">
              <a:extLst>
                <a:ext uri="{FF2B5EF4-FFF2-40B4-BE49-F238E27FC236}">
                  <a16:creationId xmlns:a16="http://schemas.microsoft.com/office/drawing/2014/main" id="{ED284E1D-966B-0684-847F-AB8DE6A319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73" y="2886"/>
              <a:ext cx="1179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9" name="Text Box 6">
              <a:extLst>
                <a:ext uri="{FF2B5EF4-FFF2-40B4-BE49-F238E27FC236}">
                  <a16:creationId xmlns:a16="http://schemas.microsoft.com/office/drawing/2014/main" id="{76E6B9A2-85B0-1909-D69F-1963BB626A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9" y="2475"/>
              <a:ext cx="458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 sz="3200" dirty="0"/>
                <a:t>ES</a:t>
              </a:r>
            </a:p>
          </p:txBody>
        </p:sp>
        <p:sp>
          <p:nvSpPr>
            <p:cNvPr id="10" name="Text Box 7">
              <a:extLst>
                <a:ext uri="{FF2B5EF4-FFF2-40B4-BE49-F238E27FC236}">
                  <a16:creationId xmlns:a16="http://schemas.microsoft.com/office/drawing/2014/main" id="{B9F6D698-AAC9-C2DC-9860-D8A72D4D34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9" y="2475"/>
              <a:ext cx="443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 sz="3200" dirty="0"/>
                <a:t>EF</a:t>
              </a:r>
            </a:p>
          </p:txBody>
        </p:sp>
        <p:sp>
          <p:nvSpPr>
            <p:cNvPr id="12" name="Text Box 8">
              <a:extLst>
                <a:ext uri="{FF2B5EF4-FFF2-40B4-BE49-F238E27FC236}">
                  <a16:creationId xmlns:a16="http://schemas.microsoft.com/office/drawing/2014/main" id="{8E3B55AE-352F-7A29-CFD0-78719CB839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04" y="2931"/>
              <a:ext cx="429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 sz="3200" dirty="0"/>
                <a:t>LS</a:t>
              </a:r>
            </a:p>
          </p:txBody>
        </p:sp>
        <p:sp>
          <p:nvSpPr>
            <p:cNvPr id="14" name="Text Box 9">
              <a:extLst>
                <a:ext uri="{FF2B5EF4-FFF2-40B4-BE49-F238E27FC236}">
                  <a16:creationId xmlns:a16="http://schemas.microsoft.com/office/drawing/2014/main" id="{8EBA613E-0D93-B20B-4888-B16CDA8BC4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9" y="2929"/>
              <a:ext cx="414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 sz="3200" dirty="0"/>
                <a:t>LF</a:t>
              </a:r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BFF7ED4-28D3-02E8-EBCB-30B91476A431}"/>
              </a:ext>
            </a:extLst>
          </p:cNvPr>
          <p:cNvSpPr txBox="1"/>
          <p:nvPr/>
        </p:nvSpPr>
        <p:spPr>
          <a:xfrm>
            <a:off x="635797" y="3709163"/>
            <a:ext cx="82296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MX" sz="1700" dirty="0"/>
              <a:t>LF (Late </a:t>
            </a:r>
            <a:r>
              <a:rPr lang="es-ES" altLang="es-MX" sz="1700" dirty="0" err="1"/>
              <a:t>Finish</a:t>
            </a:r>
            <a:r>
              <a:rPr lang="es-ES" altLang="es-MX" sz="1700" dirty="0"/>
              <a:t>) : </a:t>
            </a:r>
            <a:r>
              <a:rPr lang="es-MX" altLang="es-MX" sz="1700" dirty="0"/>
              <a:t>Es el tiempo más tardío en que se puede completar la actividad sin afectar la duración total del proyecto. LF = LS más bajo de la(s) actividad(es) próxima(s)</a:t>
            </a:r>
          </a:p>
          <a:p>
            <a:endParaRPr lang="es-ES" altLang="es-MX" sz="1700" dirty="0"/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612AA82D-D251-D7DD-1903-56573BB77839}"/>
              </a:ext>
            </a:extLst>
          </p:cNvPr>
          <p:cNvSpPr txBox="1"/>
          <p:nvPr/>
        </p:nvSpPr>
        <p:spPr>
          <a:xfrm>
            <a:off x="683568" y="4642247"/>
            <a:ext cx="7776864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es-MX" sz="1700" dirty="0"/>
              <a:t>LS (</a:t>
            </a:r>
            <a:r>
              <a:rPr lang="es-ES" altLang="es-MX" sz="1700" dirty="0" err="1"/>
              <a:t>Latest</a:t>
            </a:r>
            <a:r>
              <a:rPr lang="es-ES" altLang="es-MX" sz="1700" dirty="0"/>
              <a:t> </a:t>
            </a:r>
            <a:r>
              <a:rPr lang="es-ES" altLang="es-MX" sz="1700" dirty="0" err="1"/>
              <a:t>Finish</a:t>
            </a:r>
            <a:r>
              <a:rPr lang="es-ES" altLang="es-MX" sz="1700" dirty="0"/>
              <a:t>) :   </a:t>
            </a:r>
            <a:r>
              <a:rPr lang="es-MX" altLang="es-MX" sz="1700" dirty="0"/>
              <a:t>Es el tiempo de terminación más lejano de la actividad anterior menos la duración de la actividad</a:t>
            </a:r>
          </a:p>
          <a:p>
            <a:r>
              <a:rPr lang="es-MX" altLang="es-MX" sz="1700" dirty="0"/>
              <a:t>LS = LF de la actividad – duración de la actividad</a:t>
            </a:r>
          </a:p>
          <a:p>
            <a:endParaRPr lang="es-ES" altLang="es-MX" sz="1700" dirty="0"/>
          </a:p>
        </p:txBody>
      </p:sp>
      <p:cxnSp>
        <p:nvCxnSpPr>
          <p:cNvPr id="22" name="Conector recto de flecha 21">
            <a:extLst>
              <a:ext uri="{FF2B5EF4-FFF2-40B4-BE49-F238E27FC236}">
                <a16:creationId xmlns:a16="http://schemas.microsoft.com/office/drawing/2014/main" id="{5EC52459-1004-798E-B206-EB8025E64A8A}"/>
              </a:ext>
            </a:extLst>
          </p:cNvPr>
          <p:cNvCxnSpPr>
            <a:cxnSpLocks/>
          </p:cNvCxnSpPr>
          <p:nvPr/>
        </p:nvCxnSpPr>
        <p:spPr>
          <a:xfrm flipH="1">
            <a:off x="828775" y="5661248"/>
            <a:ext cx="3095153" cy="0"/>
          </a:xfrm>
          <a:prstGeom prst="straightConnector1">
            <a:avLst/>
          </a:prstGeom>
          <a:ln w="857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2100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14640-94AB-823F-55F8-4B8774C3A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CF48A1F7-CE9F-8D78-495D-D8BFFB399B2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18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5DB017BD-80FF-4074-9862-5243898AC3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22D99C11-B52D-FDF0-CCC6-495153C441E6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C386399A-1E9A-9F6E-F5DD-B3DB8246C35E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18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9D948C11-10C4-F056-28FB-8FBBC00816BE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5C816D3B-5BCD-EEA4-E51C-6F4829B20869}"/>
              </a:ext>
            </a:extLst>
          </p:cNvPr>
          <p:cNvSpPr txBox="1"/>
          <p:nvPr/>
        </p:nvSpPr>
        <p:spPr>
          <a:xfrm>
            <a:off x="395536" y="181065"/>
            <a:ext cx="8208912" cy="5693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100" dirty="0">
                <a:solidFill>
                  <a:srgbClr val="0070C0"/>
                </a:solidFill>
              </a:rPr>
              <a:t>Ejemplo: Modelo de Redes (de actividades)</a:t>
            </a:r>
          </a:p>
        </p:txBody>
      </p:sp>
      <p:sp>
        <p:nvSpPr>
          <p:cNvPr id="3" name="Oval 6">
            <a:extLst>
              <a:ext uri="{FF2B5EF4-FFF2-40B4-BE49-F238E27FC236}">
                <a16:creationId xmlns:a16="http://schemas.microsoft.com/office/drawing/2014/main" id="{B7AD6870-37AE-B3AC-496E-5FCD679C47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3200400"/>
            <a:ext cx="838200" cy="7620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Inicio</a:t>
            </a:r>
          </a:p>
        </p:txBody>
      </p:sp>
      <p:sp>
        <p:nvSpPr>
          <p:cNvPr id="4" name="Oval 8">
            <a:extLst>
              <a:ext uri="{FF2B5EF4-FFF2-40B4-BE49-F238E27FC236}">
                <a16:creationId xmlns:a16="http://schemas.microsoft.com/office/drawing/2014/main" id="{10EB84F1-BB34-F45F-CBE6-CCE4370C4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81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A</a:t>
            </a:r>
          </a:p>
        </p:txBody>
      </p:sp>
      <p:sp>
        <p:nvSpPr>
          <p:cNvPr id="6" name="Oval 9">
            <a:extLst>
              <a:ext uri="{FF2B5EF4-FFF2-40B4-BE49-F238E27FC236}">
                <a16:creationId xmlns:a16="http://schemas.microsoft.com/office/drawing/2014/main" id="{DFA2115F-B089-F867-EB5F-A15FD725A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18288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B</a:t>
            </a:r>
          </a:p>
        </p:txBody>
      </p:sp>
      <p:sp>
        <p:nvSpPr>
          <p:cNvPr id="7" name="Oval 10">
            <a:extLst>
              <a:ext uri="{FF2B5EF4-FFF2-40B4-BE49-F238E27FC236}">
                <a16:creationId xmlns:a16="http://schemas.microsoft.com/office/drawing/2014/main" id="{BDB505E3-A7B3-3334-0AF9-1E878362BA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C</a:t>
            </a:r>
          </a:p>
        </p:txBody>
      </p:sp>
      <p:sp>
        <p:nvSpPr>
          <p:cNvPr id="8" name="Oval 11">
            <a:extLst>
              <a:ext uri="{FF2B5EF4-FFF2-40B4-BE49-F238E27FC236}">
                <a16:creationId xmlns:a16="http://schemas.microsoft.com/office/drawing/2014/main" id="{17723636-2B35-CAE0-D5CD-2F8F9CE2D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19600" y="47244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D</a:t>
            </a:r>
          </a:p>
        </p:txBody>
      </p:sp>
      <p:sp>
        <p:nvSpPr>
          <p:cNvPr id="9" name="Oval 12">
            <a:extLst>
              <a:ext uri="{FF2B5EF4-FFF2-40B4-BE49-F238E27FC236}">
                <a16:creationId xmlns:a16="http://schemas.microsoft.com/office/drawing/2014/main" id="{974FEAF9-2369-4A95-BD62-B813CC2009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32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E</a:t>
            </a:r>
          </a:p>
        </p:txBody>
      </p:sp>
      <p:sp>
        <p:nvSpPr>
          <p:cNvPr id="10" name="Oval 13">
            <a:extLst>
              <a:ext uri="{FF2B5EF4-FFF2-40B4-BE49-F238E27FC236}">
                <a16:creationId xmlns:a16="http://schemas.microsoft.com/office/drawing/2014/main" id="{AE254C61-2BE9-F941-BAE5-FDAA92DF5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24800" y="3276600"/>
            <a:ext cx="762000" cy="609600"/>
          </a:xfrm>
          <a:prstGeom prst="ellipse">
            <a:avLst/>
          </a:prstGeom>
          <a:solidFill>
            <a:srgbClr val="FFC000"/>
          </a:solidFill>
          <a:ln w="12700" cap="sq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eaLnBrk="0" hangingPunct="0"/>
            <a:r>
              <a:rPr lang="es-ES_tradnl" altLang="es-MX" sz="2400">
                <a:latin typeface="Times New Roman" panose="02020603050405020304" pitchFamily="18" charset="0"/>
              </a:rPr>
              <a:t>Fin</a:t>
            </a:r>
          </a:p>
        </p:txBody>
      </p:sp>
      <p:sp>
        <p:nvSpPr>
          <p:cNvPr id="12" name="Line 14">
            <a:extLst>
              <a:ext uri="{FF2B5EF4-FFF2-40B4-BE49-F238E27FC236}">
                <a16:creationId xmlns:a16="http://schemas.microsoft.com/office/drawing/2014/main" id="{FA61D63F-D9BF-E3D6-7E07-1FD03F33C3D9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0" y="3581400"/>
            <a:ext cx="6858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4" name="Line 15">
            <a:extLst>
              <a:ext uri="{FF2B5EF4-FFF2-40B4-BE49-F238E27FC236}">
                <a16:creationId xmlns:a16="http://schemas.microsoft.com/office/drawing/2014/main" id="{EA119626-FC00-65F4-EBAE-09A4E16E238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43200" y="23622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5" name="Line 16">
            <a:extLst>
              <a:ext uri="{FF2B5EF4-FFF2-40B4-BE49-F238E27FC236}">
                <a16:creationId xmlns:a16="http://schemas.microsoft.com/office/drawing/2014/main" id="{684D7BD7-D2C9-224C-3959-5D997B373F5F}"/>
              </a:ext>
            </a:extLst>
          </p:cNvPr>
          <p:cNvSpPr>
            <a:spLocks noChangeShapeType="1"/>
          </p:cNvSpPr>
          <p:nvPr/>
        </p:nvSpPr>
        <p:spPr bwMode="auto">
          <a:xfrm>
            <a:off x="2819400" y="3581400"/>
            <a:ext cx="16002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6" name="Line 17">
            <a:extLst>
              <a:ext uri="{FF2B5EF4-FFF2-40B4-BE49-F238E27FC236}">
                <a16:creationId xmlns:a16="http://schemas.microsoft.com/office/drawing/2014/main" id="{192424FB-8ED7-709C-FD60-EC06A94ACBC5}"/>
              </a:ext>
            </a:extLst>
          </p:cNvPr>
          <p:cNvSpPr>
            <a:spLocks noChangeShapeType="1"/>
          </p:cNvSpPr>
          <p:nvPr/>
        </p:nvSpPr>
        <p:spPr bwMode="auto">
          <a:xfrm>
            <a:off x="2743200" y="3657600"/>
            <a:ext cx="1752600" cy="12192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7" name="Line 18">
            <a:extLst>
              <a:ext uri="{FF2B5EF4-FFF2-40B4-BE49-F238E27FC236}">
                <a16:creationId xmlns:a16="http://schemas.microsoft.com/office/drawing/2014/main" id="{F7DD247E-3A2F-B092-107A-8FDC3CB43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3581400"/>
            <a:ext cx="1371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8" name="Line 19">
            <a:extLst>
              <a:ext uri="{FF2B5EF4-FFF2-40B4-BE49-F238E27FC236}">
                <a16:creationId xmlns:a16="http://schemas.microsoft.com/office/drawing/2014/main" id="{CCFB4EC3-E35E-693B-0278-92223FF24E47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209800"/>
            <a:ext cx="1447800" cy="11430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19" name="Line 20">
            <a:extLst>
              <a:ext uri="{FF2B5EF4-FFF2-40B4-BE49-F238E27FC236}">
                <a16:creationId xmlns:a16="http://schemas.microsoft.com/office/drawing/2014/main" id="{FAC7AC5C-8B9B-199C-7E2B-46EB131017F6}"/>
              </a:ext>
            </a:extLst>
          </p:cNvPr>
          <p:cNvSpPr>
            <a:spLocks noChangeShapeType="1"/>
          </p:cNvSpPr>
          <p:nvPr/>
        </p:nvSpPr>
        <p:spPr bwMode="auto">
          <a:xfrm>
            <a:off x="7315200" y="3581400"/>
            <a:ext cx="609600" cy="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0" name="Line 21">
            <a:extLst>
              <a:ext uri="{FF2B5EF4-FFF2-40B4-BE49-F238E27FC236}">
                <a16:creationId xmlns:a16="http://schemas.microsoft.com/office/drawing/2014/main" id="{8D4C3C63-A535-157E-D842-2C644AF696F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1600" y="3733800"/>
            <a:ext cx="2819400" cy="1295400"/>
          </a:xfrm>
          <a:prstGeom prst="line">
            <a:avLst/>
          </a:prstGeom>
          <a:noFill/>
          <a:ln w="12700" cap="sq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s-MX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824D3C76-CE97-13E9-7921-382C0551CA62}"/>
              </a:ext>
            </a:extLst>
          </p:cNvPr>
          <p:cNvSpPr txBox="1"/>
          <p:nvPr/>
        </p:nvSpPr>
        <p:spPr>
          <a:xfrm>
            <a:off x="730702" y="28436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0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2EAB7A25-64B3-768F-4264-E125C2483515}"/>
              </a:ext>
            </a:extLst>
          </p:cNvPr>
          <p:cNvSpPr txBox="1"/>
          <p:nvPr/>
        </p:nvSpPr>
        <p:spPr>
          <a:xfrm>
            <a:off x="2242870" y="28436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4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E9F7F657-0DE9-F7EF-2966-661B81155E6F}"/>
              </a:ext>
            </a:extLst>
          </p:cNvPr>
          <p:cNvSpPr txBox="1"/>
          <p:nvPr/>
        </p:nvSpPr>
        <p:spPr>
          <a:xfrm>
            <a:off x="4691142" y="133147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2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DB34DBEF-8902-A75D-0650-6FFDE4CC11B5}"/>
              </a:ext>
            </a:extLst>
          </p:cNvPr>
          <p:cNvSpPr txBox="1"/>
          <p:nvPr/>
        </p:nvSpPr>
        <p:spPr>
          <a:xfrm>
            <a:off x="4691142" y="28436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3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87E65D95-45EC-6113-0411-8C28625A30FF}"/>
              </a:ext>
            </a:extLst>
          </p:cNvPr>
          <p:cNvSpPr txBox="1"/>
          <p:nvPr/>
        </p:nvSpPr>
        <p:spPr>
          <a:xfrm>
            <a:off x="4683358" y="4355812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1</a:t>
            </a: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DA31EAAB-6158-0EC6-6C08-82F3D94149D4}"/>
              </a:ext>
            </a:extLst>
          </p:cNvPr>
          <p:cNvSpPr txBox="1"/>
          <p:nvPr/>
        </p:nvSpPr>
        <p:spPr>
          <a:xfrm>
            <a:off x="6851382" y="285293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5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574AD940-1113-DD4D-E54B-1126058DF1D7}"/>
              </a:ext>
            </a:extLst>
          </p:cNvPr>
          <p:cNvSpPr txBox="1"/>
          <p:nvPr/>
        </p:nvSpPr>
        <p:spPr>
          <a:xfrm>
            <a:off x="8219534" y="2843644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0</a:t>
            </a:r>
          </a:p>
        </p:txBody>
      </p:sp>
      <p:grpSp>
        <p:nvGrpSpPr>
          <p:cNvPr id="28" name="Group 32">
            <a:extLst>
              <a:ext uri="{FF2B5EF4-FFF2-40B4-BE49-F238E27FC236}">
                <a16:creationId xmlns:a16="http://schemas.microsoft.com/office/drawing/2014/main" id="{F8587FE4-B4F3-68EC-5D04-7F6BBB566870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1970559"/>
            <a:ext cx="719138" cy="719138"/>
            <a:chOff x="295" y="981"/>
            <a:chExt cx="453" cy="453"/>
          </a:xfrm>
        </p:grpSpPr>
        <p:sp>
          <p:nvSpPr>
            <p:cNvPr id="29" name="Line 26">
              <a:extLst>
                <a:ext uri="{FF2B5EF4-FFF2-40B4-BE49-F238E27FC236}">
                  <a16:creationId xmlns:a16="http://schemas.microsoft.com/office/drawing/2014/main" id="{4FFCC055-3785-DC91-09AB-FED0BBF459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30" name="Line 27">
              <a:extLst>
                <a:ext uri="{FF2B5EF4-FFF2-40B4-BE49-F238E27FC236}">
                  <a16:creationId xmlns:a16="http://schemas.microsoft.com/office/drawing/2014/main" id="{8E82AC96-5137-FBBA-5747-3E72FE2ED5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31" name="Group 33">
            <a:extLst>
              <a:ext uri="{FF2B5EF4-FFF2-40B4-BE49-F238E27FC236}">
                <a16:creationId xmlns:a16="http://schemas.microsoft.com/office/drawing/2014/main" id="{42AE3920-5669-C522-347B-645D229FEFB4}"/>
              </a:ext>
            </a:extLst>
          </p:cNvPr>
          <p:cNvGrpSpPr>
            <a:grpSpLocks/>
          </p:cNvGrpSpPr>
          <p:nvPr/>
        </p:nvGrpSpPr>
        <p:grpSpPr bwMode="auto">
          <a:xfrm>
            <a:off x="1981200" y="1970559"/>
            <a:ext cx="719138" cy="719138"/>
            <a:chOff x="295" y="981"/>
            <a:chExt cx="453" cy="453"/>
          </a:xfrm>
        </p:grpSpPr>
        <p:sp>
          <p:nvSpPr>
            <p:cNvPr id="32" name="Line 34">
              <a:extLst>
                <a:ext uri="{FF2B5EF4-FFF2-40B4-BE49-F238E27FC236}">
                  <a16:creationId xmlns:a16="http://schemas.microsoft.com/office/drawing/2014/main" id="{56E471F4-6953-772A-EE2F-60074A9E63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33" name="Line 35">
              <a:extLst>
                <a:ext uri="{FF2B5EF4-FFF2-40B4-BE49-F238E27FC236}">
                  <a16:creationId xmlns:a16="http://schemas.microsoft.com/office/drawing/2014/main" id="{51C47520-1293-680F-038B-2F89CCB2C3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34" name="Text Box 51">
            <a:extLst>
              <a:ext uri="{FF2B5EF4-FFF2-40B4-BE49-F238E27FC236}">
                <a16:creationId xmlns:a16="http://schemas.microsoft.com/office/drawing/2014/main" id="{A6B9B6BE-B9F4-1C57-5569-15C041E06B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113" y="1918172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</a:t>
            </a:r>
          </a:p>
        </p:txBody>
      </p:sp>
      <p:sp>
        <p:nvSpPr>
          <p:cNvPr id="35" name="Text Box 52">
            <a:extLst>
              <a:ext uri="{FF2B5EF4-FFF2-40B4-BE49-F238E27FC236}">
                <a16:creationId xmlns:a16="http://schemas.microsoft.com/office/drawing/2014/main" id="{BFEE4BF4-74EB-F6E3-F7EC-A8F7A3D98E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50913" y="1918172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</a:t>
            </a:r>
          </a:p>
        </p:txBody>
      </p:sp>
      <p:sp>
        <p:nvSpPr>
          <p:cNvPr id="37" name="Text Box 54">
            <a:extLst>
              <a:ext uri="{FF2B5EF4-FFF2-40B4-BE49-F238E27FC236}">
                <a16:creationId xmlns:a16="http://schemas.microsoft.com/office/drawing/2014/main" id="{E1995D03-EF66-69BC-B598-3BA7C69A8D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58975" y="1918172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</a:t>
            </a:r>
          </a:p>
        </p:txBody>
      </p:sp>
      <p:sp>
        <p:nvSpPr>
          <p:cNvPr id="38" name="Text Box 55">
            <a:extLst>
              <a:ext uri="{FF2B5EF4-FFF2-40B4-BE49-F238E27FC236}">
                <a16:creationId xmlns:a16="http://schemas.microsoft.com/office/drawing/2014/main" id="{8FB15111-111A-0419-7394-3918F6434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9338" y="1918172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4</a:t>
            </a:r>
          </a:p>
        </p:txBody>
      </p:sp>
      <p:sp>
        <p:nvSpPr>
          <p:cNvPr id="39" name="Text Box 56">
            <a:extLst>
              <a:ext uri="{FF2B5EF4-FFF2-40B4-BE49-F238E27FC236}">
                <a16:creationId xmlns:a16="http://schemas.microsoft.com/office/drawing/2014/main" id="{BEBC0D9B-7E2A-9234-87F5-EF3D12B960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2000" y="1484784"/>
            <a:ext cx="7048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0+4=</a:t>
            </a:r>
          </a:p>
        </p:txBody>
      </p:sp>
      <p:grpSp>
        <p:nvGrpSpPr>
          <p:cNvPr id="43" name="Group 36">
            <a:extLst>
              <a:ext uri="{FF2B5EF4-FFF2-40B4-BE49-F238E27FC236}">
                <a16:creationId xmlns:a16="http://schemas.microsoft.com/office/drawing/2014/main" id="{7BDFEFAC-C645-B9A2-FD81-E0C18F58F714}"/>
              </a:ext>
            </a:extLst>
          </p:cNvPr>
          <p:cNvGrpSpPr>
            <a:grpSpLocks/>
          </p:cNvGrpSpPr>
          <p:nvPr/>
        </p:nvGrpSpPr>
        <p:grpSpPr bwMode="auto">
          <a:xfrm>
            <a:off x="5364088" y="1033115"/>
            <a:ext cx="719137" cy="719138"/>
            <a:chOff x="295" y="981"/>
            <a:chExt cx="453" cy="453"/>
          </a:xfrm>
        </p:grpSpPr>
        <p:sp>
          <p:nvSpPr>
            <p:cNvPr id="44" name="Line 37">
              <a:extLst>
                <a:ext uri="{FF2B5EF4-FFF2-40B4-BE49-F238E27FC236}">
                  <a16:creationId xmlns:a16="http://schemas.microsoft.com/office/drawing/2014/main" id="{167D4F90-B1E0-48D8-0B07-B8550703E8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45" name="Line 38">
              <a:extLst>
                <a:ext uri="{FF2B5EF4-FFF2-40B4-BE49-F238E27FC236}">
                  <a16:creationId xmlns:a16="http://schemas.microsoft.com/office/drawing/2014/main" id="{C34BCEB4-9AD0-BFDC-9232-284C35795D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46" name="Text Box 58">
            <a:extLst>
              <a:ext uri="{FF2B5EF4-FFF2-40B4-BE49-F238E27FC236}">
                <a16:creationId xmlns:a16="http://schemas.microsoft.com/office/drawing/2014/main" id="{73E638C6-5176-6E4A-21BC-0015F494A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475" y="98072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4</a:t>
            </a:r>
          </a:p>
        </p:txBody>
      </p:sp>
      <p:sp>
        <p:nvSpPr>
          <p:cNvPr id="47" name="Text Box 59">
            <a:extLst>
              <a:ext uri="{FF2B5EF4-FFF2-40B4-BE49-F238E27FC236}">
                <a16:creationId xmlns:a16="http://schemas.microsoft.com/office/drawing/2014/main" id="{B32411F8-E438-AC9A-E377-22E9F5DD3B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5250" y="980728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6</a:t>
            </a:r>
          </a:p>
        </p:txBody>
      </p:sp>
      <p:grpSp>
        <p:nvGrpSpPr>
          <p:cNvPr id="48" name="Group 45">
            <a:extLst>
              <a:ext uri="{FF2B5EF4-FFF2-40B4-BE49-F238E27FC236}">
                <a16:creationId xmlns:a16="http://schemas.microsoft.com/office/drawing/2014/main" id="{BED389DF-7D80-CD70-210B-6AE003219685}"/>
              </a:ext>
            </a:extLst>
          </p:cNvPr>
          <p:cNvGrpSpPr>
            <a:grpSpLocks/>
          </p:cNvGrpSpPr>
          <p:nvPr/>
        </p:nvGrpSpPr>
        <p:grpSpPr bwMode="auto">
          <a:xfrm>
            <a:off x="6804025" y="2185243"/>
            <a:ext cx="719138" cy="719138"/>
            <a:chOff x="295" y="981"/>
            <a:chExt cx="453" cy="453"/>
          </a:xfrm>
        </p:grpSpPr>
        <p:sp>
          <p:nvSpPr>
            <p:cNvPr id="49" name="Line 46">
              <a:extLst>
                <a:ext uri="{FF2B5EF4-FFF2-40B4-BE49-F238E27FC236}">
                  <a16:creationId xmlns:a16="http://schemas.microsoft.com/office/drawing/2014/main" id="{A22DD4CA-8ABA-0734-740F-56D779DC39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50" name="Line 47">
              <a:extLst>
                <a:ext uri="{FF2B5EF4-FFF2-40B4-BE49-F238E27FC236}">
                  <a16:creationId xmlns:a16="http://schemas.microsoft.com/office/drawing/2014/main" id="{E6F76355-A72F-D087-2CE8-0645EE851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51" name="Group 48">
            <a:extLst>
              <a:ext uri="{FF2B5EF4-FFF2-40B4-BE49-F238E27FC236}">
                <a16:creationId xmlns:a16="http://schemas.microsoft.com/office/drawing/2014/main" id="{82C4B62A-A318-AF6A-F094-148DB5EDE2BE}"/>
              </a:ext>
            </a:extLst>
          </p:cNvPr>
          <p:cNvGrpSpPr>
            <a:grpSpLocks/>
          </p:cNvGrpSpPr>
          <p:nvPr/>
        </p:nvGrpSpPr>
        <p:grpSpPr bwMode="auto">
          <a:xfrm>
            <a:off x="8101013" y="2185243"/>
            <a:ext cx="719137" cy="719138"/>
            <a:chOff x="295" y="981"/>
            <a:chExt cx="453" cy="453"/>
          </a:xfrm>
        </p:grpSpPr>
        <p:sp>
          <p:nvSpPr>
            <p:cNvPr id="52" name="Line 49">
              <a:extLst>
                <a:ext uri="{FF2B5EF4-FFF2-40B4-BE49-F238E27FC236}">
                  <a16:creationId xmlns:a16="http://schemas.microsoft.com/office/drawing/2014/main" id="{0AAC47AA-7726-F2EE-CFB1-3794EDDB0E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53" name="Line 50">
              <a:extLst>
                <a:ext uri="{FF2B5EF4-FFF2-40B4-BE49-F238E27FC236}">
                  <a16:creationId xmlns:a16="http://schemas.microsoft.com/office/drawing/2014/main" id="{78A9B40F-5581-DAAB-8F9F-D3C26C05C2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54" name="Text Box 68">
            <a:extLst>
              <a:ext uri="{FF2B5EF4-FFF2-40B4-BE49-F238E27FC236}">
                <a16:creationId xmlns:a16="http://schemas.microsoft.com/office/drawing/2014/main" id="{D2EB0955-788F-AF11-553B-363ED2F10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84975" y="2132856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7</a:t>
            </a:r>
          </a:p>
        </p:txBody>
      </p:sp>
      <p:sp>
        <p:nvSpPr>
          <p:cNvPr id="55" name="Text Box 69">
            <a:extLst>
              <a:ext uri="{FF2B5EF4-FFF2-40B4-BE49-F238E27FC236}">
                <a16:creationId xmlns:a16="http://schemas.microsoft.com/office/drawing/2014/main" id="{BA8C1D81-0750-0E5F-AD7B-67C6E148D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0" y="2132856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57" name="Text Box 72">
            <a:extLst>
              <a:ext uri="{FF2B5EF4-FFF2-40B4-BE49-F238E27FC236}">
                <a16:creationId xmlns:a16="http://schemas.microsoft.com/office/drawing/2014/main" id="{A3A2371C-183B-D118-0983-EFD1E62F0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27988" y="2178893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58" name="Text Box 73">
            <a:extLst>
              <a:ext uri="{FF2B5EF4-FFF2-40B4-BE49-F238E27FC236}">
                <a16:creationId xmlns:a16="http://schemas.microsoft.com/office/drawing/2014/main" id="{3098AB5A-B261-EC62-A8B5-902880DB7C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0738" y="2178893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grpSp>
        <p:nvGrpSpPr>
          <p:cNvPr id="59" name="Group 39">
            <a:extLst>
              <a:ext uri="{FF2B5EF4-FFF2-40B4-BE49-F238E27FC236}">
                <a16:creationId xmlns:a16="http://schemas.microsoft.com/office/drawing/2014/main" id="{77DEFF97-5CD1-E107-21A0-ADF2468A9593}"/>
              </a:ext>
            </a:extLst>
          </p:cNvPr>
          <p:cNvGrpSpPr>
            <a:grpSpLocks/>
          </p:cNvGrpSpPr>
          <p:nvPr/>
        </p:nvGrpSpPr>
        <p:grpSpPr bwMode="auto">
          <a:xfrm>
            <a:off x="5144244" y="2781300"/>
            <a:ext cx="719138" cy="719138"/>
            <a:chOff x="295" y="981"/>
            <a:chExt cx="453" cy="453"/>
          </a:xfrm>
        </p:grpSpPr>
        <p:sp>
          <p:nvSpPr>
            <p:cNvPr id="60" name="Line 40">
              <a:extLst>
                <a:ext uri="{FF2B5EF4-FFF2-40B4-BE49-F238E27FC236}">
                  <a16:creationId xmlns:a16="http://schemas.microsoft.com/office/drawing/2014/main" id="{CA251A04-F9FE-0F04-B1FE-375B26121D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61" name="Line 41">
              <a:extLst>
                <a:ext uri="{FF2B5EF4-FFF2-40B4-BE49-F238E27FC236}">
                  <a16:creationId xmlns:a16="http://schemas.microsoft.com/office/drawing/2014/main" id="{3D3777C1-4FA0-F8DD-A8CA-D843B8FA3F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62" name="Text Box 61">
            <a:extLst>
              <a:ext uri="{FF2B5EF4-FFF2-40B4-BE49-F238E27FC236}">
                <a16:creationId xmlns:a16="http://schemas.microsoft.com/office/drawing/2014/main" id="{8115FF29-C392-C750-2E8A-4C1B66A1DE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96632" y="27289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4</a:t>
            </a:r>
          </a:p>
        </p:txBody>
      </p:sp>
      <p:sp>
        <p:nvSpPr>
          <p:cNvPr id="63" name="Text Box 62">
            <a:extLst>
              <a:ext uri="{FF2B5EF4-FFF2-40B4-BE49-F238E27FC236}">
                <a16:creationId xmlns:a16="http://schemas.microsoft.com/office/drawing/2014/main" id="{9D71D019-F5A7-0F65-C2DB-679F0C90E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56994" y="2728913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7</a:t>
            </a:r>
          </a:p>
        </p:txBody>
      </p:sp>
      <p:grpSp>
        <p:nvGrpSpPr>
          <p:cNvPr id="3072" name="Group 42">
            <a:extLst>
              <a:ext uri="{FF2B5EF4-FFF2-40B4-BE49-F238E27FC236}">
                <a16:creationId xmlns:a16="http://schemas.microsoft.com/office/drawing/2014/main" id="{2C4B16CC-E2C2-5C10-45A4-694A25EC7960}"/>
              </a:ext>
            </a:extLst>
          </p:cNvPr>
          <p:cNvGrpSpPr>
            <a:grpSpLocks/>
          </p:cNvGrpSpPr>
          <p:nvPr/>
        </p:nvGrpSpPr>
        <p:grpSpPr bwMode="auto">
          <a:xfrm>
            <a:off x="5361856" y="5065564"/>
            <a:ext cx="719137" cy="719137"/>
            <a:chOff x="295" y="981"/>
            <a:chExt cx="453" cy="453"/>
          </a:xfrm>
        </p:grpSpPr>
        <p:sp>
          <p:nvSpPr>
            <p:cNvPr id="3073" name="Line 43">
              <a:extLst>
                <a:ext uri="{FF2B5EF4-FFF2-40B4-BE49-F238E27FC236}">
                  <a16:creationId xmlns:a16="http://schemas.microsoft.com/office/drawing/2014/main" id="{ABBBA40C-683C-5871-31AD-C2BF21FF6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3074" name="Line 44">
              <a:extLst>
                <a:ext uri="{FF2B5EF4-FFF2-40B4-BE49-F238E27FC236}">
                  <a16:creationId xmlns:a16="http://schemas.microsoft.com/office/drawing/2014/main" id="{D3590D49-9FF4-4295-CACF-FD2525425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sp>
        <p:nvSpPr>
          <p:cNvPr id="3075" name="Text Box 64">
            <a:extLst>
              <a:ext uri="{FF2B5EF4-FFF2-40B4-BE49-F238E27FC236}">
                <a16:creationId xmlns:a16="http://schemas.microsoft.com/office/drawing/2014/main" id="{A2C01769-0270-F271-7BA4-E065624457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243" y="501317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4</a:t>
            </a:r>
          </a:p>
        </p:txBody>
      </p:sp>
      <p:sp>
        <p:nvSpPr>
          <p:cNvPr id="3078" name="Text Box 65">
            <a:extLst>
              <a:ext uri="{FF2B5EF4-FFF2-40B4-BE49-F238E27FC236}">
                <a16:creationId xmlns:a16="http://schemas.microsoft.com/office/drawing/2014/main" id="{1EABC7BF-DD5A-1BD2-F519-3DA9720CDD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73018" y="5013176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5</a:t>
            </a:r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69E9B84D-EA9A-CC62-A2D5-0662702E8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4512246"/>
            <a:ext cx="1314624" cy="1149002"/>
          </a:xfrm>
          <a:prstGeom prst="rect">
            <a:avLst/>
          </a:prstGeom>
        </p:spPr>
      </p:pic>
      <p:cxnSp>
        <p:nvCxnSpPr>
          <p:cNvPr id="3086" name="Conector recto de flecha 3085">
            <a:extLst>
              <a:ext uri="{FF2B5EF4-FFF2-40B4-BE49-F238E27FC236}">
                <a16:creationId xmlns:a16="http://schemas.microsoft.com/office/drawing/2014/main" id="{C889EADD-2E89-1FA8-DF1E-999F10688760}"/>
              </a:ext>
            </a:extLst>
          </p:cNvPr>
          <p:cNvCxnSpPr>
            <a:cxnSpLocks/>
          </p:cNvCxnSpPr>
          <p:nvPr/>
        </p:nvCxnSpPr>
        <p:spPr>
          <a:xfrm flipH="1">
            <a:off x="717401" y="4465041"/>
            <a:ext cx="830263" cy="0"/>
          </a:xfrm>
          <a:prstGeom prst="straightConnector1">
            <a:avLst/>
          </a:prstGeom>
          <a:ln w="857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4105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6" grpId="0" animBg="1"/>
      <p:bldP spid="7" grpId="0" animBg="1"/>
      <p:bldP spid="8" grpId="0" animBg="1"/>
      <p:bldP spid="9" grpId="0" animBg="1"/>
      <p:bldP spid="10" grpId="0" animBg="1"/>
      <p:bldP spid="34" grpId="0"/>
      <p:bldP spid="35" grpId="0"/>
      <p:bldP spid="37" grpId="0"/>
      <p:bldP spid="38" grpId="0"/>
      <p:bldP spid="39" grpId="0"/>
      <p:bldP spid="46" grpId="0"/>
      <p:bldP spid="47" grpId="0"/>
      <p:bldP spid="54" grpId="0"/>
      <p:bldP spid="55" grpId="0"/>
      <p:bldP spid="57" grpId="0"/>
      <p:bldP spid="58" grpId="0"/>
      <p:bldP spid="62" grpId="0"/>
      <p:bldP spid="63" grpId="0"/>
      <p:bldP spid="3075" grpId="0"/>
      <p:bldP spid="307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0C157-C5A7-9F22-0EFE-B0DA7EFA6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ED736134-97F5-CD9A-7585-F1FF7CA9402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19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D3CF2EAA-13EE-99F9-A162-470EDC222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3843218-1569-63AB-43EA-CD5C3B669645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A8D9D71F-314D-8217-F145-E3C547EDD6B3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19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6299DE44-44E2-1EBD-5FB7-DE7C4BA3F322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BFBEB3D8-FF32-0266-361B-8778328498BE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Ejemplo: Ruta Crítica</a:t>
            </a:r>
          </a:p>
        </p:txBody>
      </p:sp>
      <p:grpSp>
        <p:nvGrpSpPr>
          <p:cNvPr id="3" name="Group 46">
            <a:extLst>
              <a:ext uri="{FF2B5EF4-FFF2-40B4-BE49-F238E27FC236}">
                <a16:creationId xmlns:a16="http://schemas.microsoft.com/office/drawing/2014/main" id="{6D2893CF-66A4-00E7-494B-44FDA02C99BE}"/>
              </a:ext>
            </a:extLst>
          </p:cNvPr>
          <p:cNvGrpSpPr>
            <a:grpSpLocks/>
          </p:cNvGrpSpPr>
          <p:nvPr/>
        </p:nvGrpSpPr>
        <p:grpSpPr bwMode="auto">
          <a:xfrm>
            <a:off x="8027988" y="2256507"/>
            <a:ext cx="719137" cy="719138"/>
            <a:chOff x="295" y="981"/>
            <a:chExt cx="453" cy="453"/>
          </a:xfrm>
        </p:grpSpPr>
        <p:sp>
          <p:nvSpPr>
            <p:cNvPr id="4" name="Line 47">
              <a:extLst>
                <a:ext uri="{FF2B5EF4-FFF2-40B4-BE49-F238E27FC236}">
                  <a16:creationId xmlns:a16="http://schemas.microsoft.com/office/drawing/2014/main" id="{28F831A9-5173-6347-EE9D-3A62C2C5AC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Line 48">
              <a:extLst>
                <a:ext uri="{FF2B5EF4-FFF2-40B4-BE49-F238E27FC236}">
                  <a16:creationId xmlns:a16="http://schemas.microsoft.com/office/drawing/2014/main" id="{E8D6003A-1054-6245-1216-78D02BC0A5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7" name="Group 72">
            <a:extLst>
              <a:ext uri="{FF2B5EF4-FFF2-40B4-BE49-F238E27FC236}">
                <a16:creationId xmlns:a16="http://schemas.microsoft.com/office/drawing/2014/main" id="{7B464263-F4EA-6C5B-62C5-246B2B350D83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908720"/>
            <a:ext cx="8229600" cy="4948237"/>
            <a:chOff x="424" y="721"/>
            <a:chExt cx="5184" cy="3117"/>
          </a:xfrm>
        </p:grpSpPr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87E86744-B2C5-7A73-5233-78ABD3B770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" y="1067"/>
              <a:ext cx="5184" cy="2429"/>
              <a:chOff x="288" y="931"/>
              <a:chExt cx="5184" cy="2429"/>
            </a:xfrm>
          </p:grpSpPr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F8D22BC4-9F1C-8818-9D1C-09C4CED34D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016"/>
                <a:ext cx="528" cy="480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Inicio</a:t>
                </a:r>
              </a:p>
            </p:txBody>
          </p:sp>
          <p:sp>
            <p:nvSpPr>
              <p:cNvPr id="43" name="Oval 7">
                <a:extLst>
                  <a:ext uri="{FF2B5EF4-FFF2-40B4-BE49-F238E27FC236}">
                    <a16:creationId xmlns:a16="http://schemas.microsoft.com/office/drawing/2014/main" id="{E99D5816-43A6-0CA4-EF45-B1BD68EB60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064"/>
                <a:ext cx="480" cy="384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44" name="Oval 8">
                <a:extLst>
                  <a:ext uri="{FF2B5EF4-FFF2-40B4-BE49-F238E27FC236}">
                    <a16:creationId xmlns:a16="http://schemas.microsoft.com/office/drawing/2014/main" id="{7AEFC737-88D5-FD7D-6F3F-6555C50A07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1152"/>
                <a:ext cx="480" cy="384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45" name="Oval 9">
                <a:extLst>
                  <a:ext uri="{FF2B5EF4-FFF2-40B4-BE49-F238E27FC236}">
                    <a16:creationId xmlns:a16="http://schemas.microsoft.com/office/drawing/2014/main" id="{BE884A8D-BFDF-D367-72F5-81245CF73D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064"/>
                <a:ext cx="480" cy="384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46" name="Oval 10">
                <a:extLst>
                  <a:ext uri="{FF2B5EF4-FFF2-40B4-BE49-F238E27FC236}">
                    <a16:creationId xmlns:a16="http://schemas.microsoft.com/office/drawing/2014/main" id="{89B6B498-3A3A-4D49-A75B-D6B5C9A44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976"/>
                <a:ext cx="480" cy="384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7" name="Oval 11">
                <a:extLst>
                  <a:ext uri="{FF2B5EF4-FFF2-40B4-BE49-F238E27FC236}">
                    <a16:creationId xmlns:a16="http://schemas.microsoft.com/office/drawing/2014/main" id="{D0E327C0-93EE-3181-5BE6-1B2FA81DB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064"/>
                <a:ext cx="480" cy="384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48" name="Oval 12">
                <a:extLst>
                  <a:ext uri="{FF2B5EF4-FFF2-40B4-BE49-F238E27FC236}">
                    <a16:creationId xmlns:a16="http://schemas.microsoft.com/office/drawing/2014/main" id="{8D9C732F-F0D6-5037-000E-3E25E0B6AC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2064"/>
                <a:ext cx="480" cy="384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Fin</a:t>
                </a:r>
              </a:p>
            </p:txBody>
          </p:sp>
          <p:sp>
            <p:nvSpPr>
              <p:cNvPr id="49" name="Line 13">
                <a:extLst>
                  <a:ext uri="{FF2B5EF4-FFF2-40B4-BE49-F238E27FC236}">
                    <a16:creationId xmlns:a16="http://schemas.microsoft.com/office/drawing/2014/main" id="{9AAC2269-BFD8-7063-6240-533B19C9BF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256"/>
                <a:ext cx="432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0" name="Line 14">
                <a:extLst>
                  <a:ext uri="{FF2B5EF4-FFF2-40B4-BE49-F238E27FC236}">
                    <a16:creationId xmlns:a16="http://schemas.microsoft.com/office/drawing/2014/main" id="{81A74EDD-D25B-1251-082A-616E3EA8C1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8" y="1488"/>
                <a:ext cx="1104" cy="76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" name="Line 15">
                <a:extLst>
                  <a:ext uri="{FF2B5EF4-FFF2-40B4-BE49-F238E27FC236}">
                    <a16:creationId xmlns:a16="http://schemas.microsoft.com/office/drawing/2014/main" id="{9DB6FBEB-D41A-D40C-F6DF-72AF2E5570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56"/>
                <a:ext cx="100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2" name="Line 16">
                <a:extLst>
                  <a:ext uri="{FF2B5EF4-FFF2-40B4-BE49-F238E27FC236}">
                    <a16:creationId xmlns:a16="http://schemas.microsoft.com/office/drawing/2014/main" id="{35D41FC2-071C-AF6C-5C39-089198643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304"/>
                <a:ext cx="1104" cy="76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3" name="Line 17">
                <a:extLst>
                  <a:ext uri="{FF2B5EF4-FFF2-40B4-BE49-F238E27FC236}">
                    <a16:creationId xmlns:a16="http://schemas.microsoft.com/office/drawing/2014/main" id="{EA8C35F9-EDC9-55AA-3D24-9C176AD147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256"/>
                <a:ext cx="86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4" name="Line 18">
                <a:extLst>
                  <a:ext uri="{FF2B5EF4-FFF2-40B4-BE49-F238E27FC236}">
                    <a16:creationId xmlns:a16="http://schemas.microsoft.com/office/drawing/2014/main" id="{C64E4FF4-A2F2-E7FC-057E-FA429909F4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1392"/>
                <a:ext cx="912" cy="72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5" name="Line 19">
                <a:extLst>
                  <a:ext uri="{FF2B5EF4-FFF2-40B4-BE49-F238E27FC236}">
                    <a16:creationId xmlns:a16="http://schemas.microsoft.com/office/drawing/2014/main" id="{A8B7F191-D7EB-0442-0827-B0C61F0B5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2256"/>
                <a:ext cx="38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6" name="Line 20">
                <a:extLst>
                  <a:ext uri="{FF2B5EF4-FFF2-40B4-BE49-F238E27FC236}">
                    <a16:creationId xmlns:a16="http://schemas.microsoft.com/office/drawing/2014/main" id="{0D1C1DED-3B26-5D57-D6BF-9E4E7D2802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64" y="2352"/>
                <a:ext cx="1776" cy="81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7" name="Text Box 21">
                <a:extLst>
                  <a:ext uri="{FF2B5EF4-FFF2-40B4-BE49-F238E27FC236}">
                    <a16:creationId xmlns:a16="http://schemas.microsoft.com/office/drawing/2014/main" id="{1E85BC79-8B72-157C-9FBE-7F7DC0CB71B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" y="179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0</a:t>
                </a:r>
              </a:p>
            </p:txBody>
          </p:sp>
          <p:sp>
            <p:nvSpPr>
              <p:cNvPr id="58" name="Text Box 22">
                <a:extLst>
                  <a:ext uri="{FF2B5EF4-FFF2-40B4-BE49-F238E27FC236}">
                    <a16:creationId xmlns:a16="http://schemas.microsoft.com/office/drawing/2014/main" id="{5138FC6C-B5E7-A661-1087-21E83663070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3" y="1855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4</a:t>
                </a:r>
              </a:p>
            </p:txBody>
          </p:sp>
          <p:sp>
            <p:nvSpPr>
              <p:cNvPr id="59" name="Text Box 23">
                <a:extLst>
                  <a:ext uri="{FF2B5EF4-FFF2-40B4-BE49-F238E27FC236}">
                    <a16:creationId xmlns:a16="http://schemas.microsoft.com/office/drawing/2014/main" id="{68FECA5F-5951-639C-855D-AE12B764E91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5" y="93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2</a:t>
                </a:r>
              </a:p>
            </p:txBody>
          </p:sp>
          <p:sp>
            <p:nvSpPr>
              <p:cNvPr id="60" name="Text Box 24">
                <a:extLst>
                  <a:ext uri="{FF2B5EF4-FFF2-40B4-BE49-F238E27FC236}">
                    <a16:creationId xmlns:a16="http://schemas.microsoft.com/office/drawing/2014/main" id="{C06B6555-E8A9-F94C-4573-3F1285CF5E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5" y="1838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3</a:t>
                </a:r>
              </a:p>
            </p:txBody>
          </p:sp>
          <p:sp>
            <p:nvSpPr>
              <p:cNvPr id="61" name="Text Box 25">
                <a:extLst>
                  <a:ext uri="{FF2B5EF4-FFF2-40B4-BE49-F238E27FC236}">
                    <a16:creationId xmlns:a16="http://schemas.microsoft.com/office/drawing/2014/main" id="{54FFE9DA-F33E-550B-424A-2318AA3D79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5" y="275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1</a:t>
                </a:r>
              </a:p>
            </p:txBody>
          </p:sp>
          <p:sp>
            <p:nvSpPr>
              <p:cNvPr id="62" name="Text Box 26">
                <a:extLst>
                  <a:ext uri="{FF2B5EF4-FFF2-40B4-BE49-F238E27FC236}">
                    <a16:creationId xmlns:a16="http://schemas.microsoft.com/office/drawing/2014/main" id="{2B8D0D6C-3E6A-EFB6-6E0A-2780854AAA0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1838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5</a:t>
                </a:r>
              </a:p>
            </p:txBody>
          </p:sp>
          <p:sp>
            <p:nvSpPr>
              <p:cNvPr id="63" name="Text Box 27">
                <a:extLst>
                  <a:ext uri="{FF2B5EF4-FFF2-40B4-BE49-F238E27FC236}">
                    <a16:creationId xmlns:a16="http://schemas.microsoft.com/office/drawing/2014/main" id="{067D8395-5EC8-39F7-24CA-0D26150D37E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5" y="1855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0</a:t>
                </a:r>
              </a:p>
            </p:txBody>
          </p:sp>
        </p:grpSp>
        <p:grpSp>
          <p:nvGrpSpPr>
            <p:cNvPr id="9" name="Group 28">
              <a:extLst>
                <a:ext uri="{FF2B5EF4-FFF2-40B4-BE49-F238E27FC236}">
                  <a16:creationId xmlns:a16="http://schemas.microsoft.com/office/drawing/2014/main" id="{C82CF9D1-A76C-791C-FCEA-26246535B3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" y="1480"/>
              <a:ext cx="453" cy="453"/>
              <a:chOff x="295" y="981"/>
              <a:chExt cx="453" cy="453"/>
            </a:xfrm>
          </p:grpSpPr>
          <p:sp>
            <p:nvSpPr>
              <p:cNvPr id="40" name="Line 29">
                <a:extLst>
                  <a:ext uri="{FF2B5EF4-FFF2-40B4-BE49-F238E27FC236}">
                    <a16:creationId xmlns:a16="http://schemas.microsoft.com/office/drawing/2014/main" id="{E0D3DE67-3B9A-0DEC-0731-A33F91F4B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981"/>
                <a:ext cx="0" cy="45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1" name="Line 30">
                <a:extLst>
                  <a:ext uri="{FF2B5EF4-FFF2-40B4-BE49-F238E27FC236}">
                    <a16:creationId xmlns:a16="http://schemas.microsoft.com/office/drawing/2014/main" id="{814699DC-A30D-622F-D97A-ABC6F9EED2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" y="1207"/>
                <a:ext cx="45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0" name="Group 31">
              <a:extLst>
                <a:ext uri="{FF2B5EF4-FFF2-40B4-BE49-F238E27FC236}">
                  <a16:creationId xmlns:a16="http://schemas.microsoft.com/office/drawing/2014/main" id="{E895944A-6DFE-735C-1D7E-6250C287489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4" y="1480"/>
              <a:ext cx="453" cy="453"/>
              <a:chOff x="295" y="981"/>
              <a:chExt cx="453" cy="453"/>
            </a:xfrm>
          </p:grpSpPr>
          <p:sp>
            <p:nvSpPr>
              <p:cNvPr id="38" name="Line 32">
                <a:extLst>
                  <a:ext uri="{FF2B5EF4-FFF2-40B4-BE49-F238E27FC236}">
                    <a16:creationId xmlns:a16="http://schemas.microsoft.com/office/drawing/2014/main" id="{1D2ED354-8AB4-1DBC-B2EB-D7C907E078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981"/>
                <a:ext cx="0" cy="45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9" name="Line 33">
                <a:extLst>
                  <a:ext uri="{FF2B5EF4-FFF2-40B4-BE49-F238E27FC236}">
                    <a16:creationId xmlns:a16="http://schemas.microsoft.com/office/drawing/2014/main" id="{F4B4E470-6805-5EB1-BE53-F36DA15617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" y="1207"/>
                <a:ext cx="45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2" name="Group 34">
              <a:extLst>
                <a:ext uri="{FF2B5EF4-FFF2-40B4-BE49-F238E27FC236}">
                  <a16:creationId xmlns:a16="http://schemas.microsoft.com/office/drawing/2014/main" id="{7CF965E5-79A5-30F0-67AC-5BFDCFDBD2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3" y="754"/>
              <a:ext cx="453" cy="453"/>
              <a:chOff x="295" y="981"/>
              <a:chExt cx="453" cy="453"/>
            </a:xfrm>
          </p:grpSpPr>
          <p:sp>
            <p:nvSpPr>
              <p:cNvPr id="36" name="Line 35">
                <a:extLst>
                  <a:ext uri="{FF2B5EF4-FFF2-40B4-BE49-F238E27FC236}">
                    <a16:creationId xmlns:a16="http://schemas.microsoft.com/office/drawing/2014/main" id="{CDD032F2-DE1E-0443-15E1-9761A618C19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981"/>
                <a:ext cx="0" cy="45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7" name="Line 36">
                <a:extLst>
                  <a:ext uri="{FF2B5EF4-FFF2-40B4-BE49-F238E27FC236}">
                    <a16:creationId xmlns:a16="http://schemas.microsoft.com/office/drawing/2014/main" id="{9F69E5F9-9466-2CA4-5B18-6C64E75D20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" y="1207"/>
                <a:ext cx="45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4" name="Group 37">
              <a:extLst>
                <a:ext uri="{FF2B5EF4-FFF2-40B4-BE49-F238E27FC236}">
                  <a16:creationId xmlns:a16="http://schemas.microsoft.com/office/drawing/2014/main" id="{4C22CC1D-F247-460A-5402-CCAED0698A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8" y="1888"/>
              <a:ext cx="453" cy="453"/>
              <a:chOff x="295" y="981"/>
              <a:chExt cx="453" cy="453"/>
            </a:xfrm>
          </p:grpSpPr>
          <p:sp>
            <p:nvSpPr>
              <p:cNvPr id="34" name="Line 38">
                <a:extLst>
                  <a:ext uri="{FF2B5EF4-FFF2-40B4-BE49-F238E27FC236}">
                    <a16:creationId xmlns:a16="http://schemas.microsoft.com/office/drawing/2014/main" id="{D4BE7A9B-FCB1-8C03-4CFC-9FE2625F5B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981"/>
                <a:ext cx="0" cy="45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5" name="Line 39">
                <a:extLst>
                  <a:ext uri="{FF2B5EF4-FFF2-40B4-BE49-F238E27FC236}">
                    <a16:creationId xmlns:a16="http://schemas.microsoft.com/office/drawing/2014/main" id="{5949FF3C-2D63-2DFF-3384-96A6E1036DB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" y="1207"/>
                <a:ext cx="45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5" name="Group 40">
              <a:extLst>
                <a:ext uri="{FF2B5EF4-FFF2-40B4-BE49-F238E27FC236}">
                  <a16:creationId xmlns:a16="http://schemas.microsoft.com/office/drawing/2014/main" id="{260E7709-7B42-BEA6-A6CD-8FF6DD13E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9" y="3385"/>
              <a:ext cx="453" cy="453"/>
              <a:chOff x="295" y="981"/>
              <a:chExt cx="453" cy="453"/>
            </a:xfrm>
          </p:grpSpPr>
          <p:sp>
            <p:nvSpPr>
              <p:cNvPr id="32" name="Line 41">
                <a:extLst>
                  <a:ext uri="{FF2B5EF4-FFF2-40B4-BE49-F238E27FC236}">
                    <a16:creationId xmlns:a16="http://schemas.microsoft.com/office/drawing/2014/main" id="{65FF6122-7FD3-B12F-99A9-7CB30D4877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981"/>
                <a:ext cx="0" cy="45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3" name="Line 42">
                <a:extLst>
                  <a:ext uri="{FF2B5EF4-FFF2-40B4-BE49-F238E27FC236}">
                    <a16:creationId xmlns:a16="http://schemas.microsoft.com/office/drawing/2014/main" id="{8D30AA6C-B236-2E2E-3280-182F0DDBD7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" y="1207"/>
                <a:ext cx="45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6" name="Group 43">
              <a:extLst>
                <a:ext uri="{FF2B5EF4-FFF2-40B4-BE49-F238E27FC236}">
                  <a16:creationId xmlns:a16="http://schemas.microsoft.com/office/drawing/2014/main" id="{D3331E9C-3123-7D10-718C-57400550A7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2" y="1570"/>
              <a:ext cx="453" cy="453"/>
              <a:chOff x="295" y="981"/>
              <a:chExt cx="453" cy="453"/>
            </a:xfrm>
          </p:grpSpPr>
          <p:sp>
            <p:nvSpPr>
              <p:cNvPr id="30" name="Line 44">
                <a:extLst>
                  <a:ext uri="{FF2B5EF4-FFF2-40B4-BE49-F238E27FC236}">
                    <a16:creationId xmlns:a16="http://schemas.microsoft.com/office/drawing/2014/main" id="{5D34EDF6-0F84-AD7C-9756-363D2642B7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981"/>
                <a:ext cx="0" cy="45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1" name="Line 45">
                <a:extLst>
                  <a:ext uri="{FF2B5EF4-FFF2-40B4-BE49-F238E27FC236}">
                    <a16:creationId xmlns:a16="http://schemas.microsoft.com/office/drawing/2014/main" id="{0F0C57B8-1995-B366-0421-08291112647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" y="1207"/>
                <a:ext cx="45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</p:grpSp>
        <p:sp>
          <p:nvSpPr>
            <p:cNvPr id="17" name="Text Box 49">
              <a:extLst>
                <a:ext uri="{FF2B5EF4-FFF2-40B4-BE49-F238E27FC236}">
                  <a16:creationId xmlns:a16="http://schemas.microsoft.com/office/drawing/2014/main" id="{7B880130-BA3C-421E-E792-F9A7A31A0E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" y="144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0</a:t>
              </a:r>
            </a:p>
          </p:txBody>
        </p:sp>
        <p:sp>
          <p:nvSpPr>
            <p:cNvPr id="18" name="Text Box 50">
              <a:extLst>
                <a:ext uri="{FF2B5EF4-FFF2-40B4-BE49-F238E27FC236}">
                  <a16:creationId xmlns:a16="http://schemas.microsoft.com/office/drawing/2014/main" id="{BA248F3E-CF5F-9B91-C83E-B36D8E2BC3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" y="144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0</a:t>
              </a:r>
            </a:p>
          </p:txBody>
        </p:sp>
        <p:sp>
          <p:nvSpPr>
            <p:cNvPr id="19" name="Text Box 52">
              <a:extLst>
                <a:ext uri="{FF2B5EF4-FFF2-40B4-BE49-F238E27FC236}">
                  <a16:creationId xmlns:a16="http://schemas.microsoft.com/office/drawing/2014/main" id="{47FF9D81-F5AB-D95C-DD29-B1B94D346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0" y="144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0</a:t>
              </a:r>
            </a:p>
          </p:txBody>
        </p:sp>
        <p:sp>
          <p:nvSpPr>
            <p:cNvPr id="20" name="Text Box 53">
              <a:extLst>
                <a:ext uri="{FF2B5EF4-FFF2-40B4-BE49-F238E27FC236}">
                  <a16:creationId xmlns:a16="http://schemas.microsoft.com/office/drawing/2014/main" id="{1B54BB9C-2D30-0A70-7E34-85F825435A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7" y="144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4</a:t>
              </a:r>
            </a:p>
          </p:txBody>
        </p:sp>
        <p:sp>
          <p:nvSpPr>
            <p:cNvPr id="21" name="Text Box 56">
              <a:extLst>
                <a:ext uri="{FF2B5EF4-FFF2-40B4-BE49-F238E27FC236}">
                  <a16:creationId xmlns:a16="http://schemas.microsoft.com/office/drawing/2014/main" id="{59EA0780-E6EE-77D9-F863-ED1F954BEA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" y="72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4</a:t>
              </a:r>
            </a:p>
          </p:txBody>
        </p:sp>
        <p:sp>
          <p:nvSpPr>
            <p:cNvPr id="22" name="Text Box 57">
              <a:extLst>
                <a:ext uri="{FF2B5EF4-FFF2-40B4-BE49-F238E27FC236}">
                  <a16:creationId xmlns:a16="http://schemas.microsoft.com/office/drawing/2014/main" id="{A5B652C3-5682-1D7D-8747-82054BED28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2" y="72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6</a:t>
              </a:r>
            </a:p>
          </p:txBody>
        </p:sp>
        <p:sp>
          <p:nvSpPr>
            <p:cNvPr id="23" name="Text Box 59">
              <a:extLst>
                <a:ext uri="{FF2B5EF4-FFF2-40B4-BE49-F238E27FC236}">
                  <a16:creationId xmlns:a16="http://schemas.microsoft.com/office/drawing/2014/main" id="{D111D62E-D6C8-FBF7-E75E-B6C2B5B9A4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" y="185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4</a:t>
              </a:r>
            </a:p>
          </p:txBody>
        </p:sp>
        <p:sp>
          <p:nvSpPr>
            <p:cNvPr id="24" name="Text Box 60">
              <a:extLst>
                <a:ext uri="{FF2B5EF4-FFF2-40B4-BE49-F238E27FC236}">
                  <a16:creationId xmlns:a16="http://schemas.microsoft.com/office/drawing/2014/main" id="{76338B2E-0474-9038-FF97-C4B80FE9292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8" y="185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7</a:t>
              </a:r>
            </a:p>
          </p:txBody>
        </p:sp>
        <p:sp>
          <p:nvSpPr>
            <p:cNvPr id="25" name="Text Box 62">
              <a:extLst>
                <a:ext uri="{FF2B5EF4-FFF2-40B4-BE49-F238E27FC236}">
                  <a16:creationId xmlns:a16="http://schemas.microsoft.com/office/drawing/2014/main" id="{813C8481-EFBA-35E4-9E8A-C6718EF6B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2" y="335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4</a:t>
              </a:r>
            </a:p>
          </p:txBody>
        </p:sp>
        <p:sp>
          <p:nvSpPr>
            <p:cNvPr id="26" name="Text Box 63">
              <a:extLst>
                <a:ext uri="{FF2B5EF4-FFF2-40B4-BE49-F238E27FC236}">
                  <a16:creationId xmlns:a16="http://schemas.microsoft.com/office/drawing/2014/main" id="{CA361F42-5975-15B2-B444-5D3C2F3F5C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335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5</a:t>
              </a:r>
            </a:p>
          </p:txBody>
        </p:sp>
        <p:sp>
          <p:nvSpPr>
            <p:cNvPr id="27" name="Text Box 66">
              <a:extLst>
                <a:ext uri="{FF2B5EF4-FFF2-40B4-BE49-F238E27FC236}">
                  <a16:creationId xmlns:a16="http://schemas.microsoft.com/office/drawing/2014/main" id="{B4054ECF-3686-D6B8-9E80-40EF946547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" y="153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7</a:t>
              </a:r>
            </a:p>
          </p:txBody>
        </p:sp>
        <p:sp>
          <p:nvSpPr>
            <p:cNvPr id="28" name="Text Box 67">
              <a:extLst>
                <a:ext uri="{FF2B5EF4-FFF2-40B4-BE49-F238E27FC236}">
                  <a16:creationId xmlns:a16="http://schemas.microsoft.com/office/drawing/2014/main" id="{B5527839-0C1A-E84F-A984-D0CABCED966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" y="1537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12</a:t>
              </a:r>
            </a:p>
          </p:txBody>
        </p:sp>
        <p:sp>
          <p:nvSpPr>
            <p:cNvPr id="29" name="Text Box 70">
              <a:extLst>
                <a:ext uri="{FF2B5EF4-FFF2-40B4-BE49-F238E27FC236}">
                  <a16:creationId xmlns:a16="http://schemas.microsoft.com/office/drawing/2014/main" id="{62F6FC46-470D-0114-94D6-E0C89545A1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3" y="1566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12</a:t>
              </a:r>
            </a:p>
          </p:txBody>
        </p:sp>
      </p:grpSp>
      <p:sp>
        <p:nvSpPr>
          <p:cNvPr id="3072" name="Text Box 71">
            <a:extLst>
              <a:ext uri="{FF2B5EF4-FFF2-40B4-BE49-F238E27FC236}">
                <a16:creationId xmlns:a16="http://schemas.microsoft.com/office/drawing/2014/main" id="{1BC211CC-AAA1-3D35-43B7-C3550E276E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250157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3073" name="Line 74">
            <a:extLst>
              <a:ext uri="{FF2B5EF4-FFF2-40B4-BE49-F238E27FC236}">
                <a16:creationId xmlns:a16="http://schemas.microsoft.com/office/drawing/2014/main" id="{EE9A4E6E-7BED-EA13-3208-0E1185B0364B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6050" y="2400970"/>
            <a:ext cx="0" cy="5048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74" name="Line 75">
            <a:extLst>
              <a:ext uri="{FF2B5EF4-FFF2-40B4-BE49-F238E27FC236}">
                <a16:creationId xmlns:a16="http://schemas.microsoft.com/office/drawing/2014/main" id="{5FACADAB-2EEE-2AEC-B099-D7E8C569D44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18563" y="2905795"/>
            <a:ext cx="21748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75" name="Line 76">
            <a:extLst>
              <a:ext uri="{FF2B5EF4-FFF2-40B4-BE49-F238E27FC236}">
                <a16:creationId xmlns:a16="http://schemas.microsoft.com/office/drawing/2014/main" id="{BF96A49D-965F-60D1-CF89-6F2C7C88317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820150" y="2400970"/>
            <a:ext cx="217488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78" name="Text Box 77">
            <a:extLst>
              <a:ext uri="{FF2B5EF4-FFF2-40B4-BE49-F238E27FC236}">
                <a16:creationId xmlns:a16="http://schemas.microsoft.com/office/drawing/2014/main" id="{102A5654-6BDE-871B-6517-B753BA8AFC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688307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3079" name="Text Box 78">
            <a:extLst>
              <a:ext uri="{FF2B5EF4-FFF2-40B4-BE49-F238E27FC236}">
                <a16:creationId xmlns:a16="http://schemas.microsoft.com/office/drawing/2014/main" id="{6D98FB00-B187-946E-46D0-33D0285E93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200" y="2688307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3080" name="Line 79">
            <a:extLst>
              <a:ext uri="{FF2B5EF4-FFF2-40B4-BE49-F238E27FC236}">
                <a16:creationId xmlns:a16="http://schemas.microsoft.com/office/drawing/2014/main" id="{0A209264-E37F-8C64-C18E-995645DE6C57}"/>
              </a:ext>
            </a:extLst>
          </p:cNvPr>
          <p:cNvSpPr>
            <a:spLocks noChangeShapeType="1"/>
          </p:cNvSpPr>
          <p:nvPr/>
        </p:nvSpPr>
        <p:spPr bwMode="auto">
          <a:xfrm>
            <a:off x="7451725" y="2832770"/>
            <a:ext cx="504825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81" name="Line 80">
            <a:extLst>
              <a:ext uri="{FF2B5EF4-FFF2-40B4-BE49-F238E27FC236}">
                <a16:creationId xmlns:a16="http://schemas.microsoft.com/office/drawing/2014/main" id="{89401525-A06B-B313-C245-A959BA345A0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67400" y="2832770"/>
            <a:ext cx="2160588" cy="2808287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82" name="Text Box 81">
            <a:extLst>
              <a:ext uri="{FF2B5EF4-FFF2-40B4-BE49-F238E27FC236}">
                <a16:creationId xmlns:a16="http://schemas.microsoft.com/office/drawing/2014/main" id="{97D57254-7D50-A74F-BCEB-BC0BEB5B7B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5498182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3083" name="Text Box 82">
            <a:extLst>
              <a:ext uri="{FF2B5EF4-FFF2-40B4-BE49-F238E27FC236}">
                <a16:creationId xmlns:a16="http://schemas.microsoft.com/office/drawing/2014/main" id="{78E9C737-D998-CEE3-8067-877CDA476E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616870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3084" name="Text Box 83">
            <a:extLst>
              <a:ext uri="{FF2B5EF4-FFF2-40B4-BE49-F238E27FC236}">
                <a16:creationId xmlns:a16="http://schemas.microsoft.com/office/drawing/2014/main" id="{0682AEA6-8F22-28BD-647E-D4215F5463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2637507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7</a:t>
            </a:r>
          </a:p>
        </p:txBody>
      </p:sp>
      <p:sp>
        <p:nvSpPr>
          <p:cNvPr id="3085" name="Text Box 84">
            <a:extLst>
              <a:ext uri="{FF2B5EF4-FFF2-40B4-BE49-F238E27FC236}">
                <a16:creationId xmlns:a16="http://schemas.microsoft.com/office/drawing/2014/main" id="{82B18220-1F32-3A2B-D11C-1EF4B523E45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5498182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11</a:t>
            </a:r>
          </a:p>
        </p:txBody>
      </p:sp>
      <p:sp>
        <p:nvSpPr>
          <p:cNvPr id="3086" name="Line 85">
            <a:extLst>
              <a:ext uri="{FF2B5EF4-FFF2-40B4-BE49-F238E27FC236}">
                <a16:creationId xmlns:a16="http://schemas.microsoft.com/office/drawing/2014/main" id="{B860CA0D-7455-DC63-9A29-4CA3F1227AEF}"/>
              </a:ext>
            </a:extLst>
          </p:cNvPr>
          <p:cNvSpPr>
            <a:spLocks noChangeShapeType="1"/>
          </p:cNvSpPr>
          <p:nvPr/>
        </p:nvSpPr>
        <p:spPr bwMode="auto">
          <a:xfrm>
            <a:off x="5580063" y="1608807"/>
            <a:ext cx="1152525" cy="1152525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87" name="Text Box 86">
            <a:extLst>
              <a:ext uri="{FF2B5EF4-FFF2-40B4-BE49-F238E27FC236}">
                <a16:creationId xmlns:a16="http://schemas.microsoft.com/office/drawing/2014/main" id="{52455468-7846-4362-07E3-CEDBC3B3E5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1340520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7</a:t>
            </a:r>
          </a:p>
        </p:txBody>
      </p:sp>
      <p:sp>
        <p:nvSpPr>
          <p:cNvPr id="3088" name="Text Box 87">
            <a:extLst>
              <a:ext uri="{FF2B5EF4-FFF2-40B4-BE49-F238E27FC236}">
                <a16:creationId xmlns:a16="http://schemas.microsoft.com/office/drawing/2014/main" id="{1B589FC0-800A-DCDB-2BFC-1C81C68703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550" y="1321470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5</a:t>
            </a:r>
          </a:p>
        </p:txBody>
      </p:sp>
      <p:sp>
        <p:nvSpPr>
          <p:cNvPr id="3089" name="Line 88">
            <a:extLst>
              <a:ext uri="{FF2B5EF4-FFF2-40B4-BE49-F238E27FC236}">
                <a16:creationId xmlns:a16="http://schemas.microsoft.com/office/drawing/2014/main" id="{E2E40897-51EB-255F-2170-AEC3E6EE2DB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651500" y="2761332"/>
            <a:ext cx="1081088" cy="503238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90" name="Text Box 89">
            <a:extLst>
              <a:ext uri="{FF2B5EF4-FFF2-40B4-BE49-F238E27FC236}">
                <a16:creationId xmlns:a16="http://schemas.microsoft.com/office/drawing/2014/main" id="{474E4EEC-6F1A-7DFE-AB43-0F2CF7B30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350" y="3140745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7</a:t>
            </a:r>
          </a:p>
        </p:txBody>
      </p:sp>
      <p:sp>
        <p:nvSpPr>
          <p:cNvPr id="3091" name="Text Box 90">
            <a:extLst>
              <a:ext uri="{FF2B5EF4-FFF2-40B4-BE49-F238E27FC236}">
                <a16:creationId xmlns:a16="http://schemas.microsoft.com/office/drawing/2014/main" id="{CD1F4A54-F2C6-6B65-FA38-51D57C5A192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3121695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4</a:t>
            </a:r>
          </a:p>
        </p:txBody>
      </p:sp>
      <p:sp>
        <p:nvSpPr>
          <p:cNvPr id="3092" name="Line 91">
            <a:extLst>
              <a:ext uri="{FF2B5EF4-FFF2-40B4-BE49-F238E27FC236}">
                <a16:creationId xmlns:a16="http://schemas.microsoft.com/office/drawing/2014/main" id="{BFB7705B-83C7-11F8-4C54-B8399784BD1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555875" y="1537370"/>
            <a:ext cx="2303463" cy="107950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93" name="Line 92">
            <a:extLst>
              <a:ext uri="{FF2B5EF4-FFF2-40B4-BE49-F238E27FC236}">
                <a16:creationId xmlns:a16="http://schemas.microsoft.com/office/drawing/2014/main" id="{B0182817-C3CE-BCA2-8F1F-693AB533DFBE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875" y="2688307"/>
            <a:ext cx="2447925" cy="576263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94" name="Line 93">
            <a:extLst>
              <a:ext uri="{FF2B5EF4-FFF2-40B4-BE49-F238E27FC236}">
                <a16:creationId xmlns:a16="http://schemas.microsoft.com/office/drawing/2014/main" id="{981D1F20-8F51-D235-02F1-ABEE992344F5}"/>
              </a:ext>
            </a:extLst>
          </p:cNvPr>
          <p:cNvSpPr>
            <a:spLocks noChangeShapeType="1"/>
          </p:cNvSpPr>
          <p:nvPr/>
        </p:nvSpPr>
        <p:spPr bwMode="auto">
          <a:xfrm>
            <a:off x="2555875" y="2761332"/>
            <a:ext cx="2592388" cy="295275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95" name="Text Box 94">
            <a:extLst>
              <a:ext uri="{FF2B5EF4-FFF2-40B4-BE49-F238E27FC236}">
                <a16:creationId xmlns:a16="http://schemas.microsoft.com/office/drawing/2014/main" id="{E2B8B77E-C6AA-2573-86B6-EFCF356148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2472407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4</a:t>
            </a:r>
          </a:p>
        </p:txBody>
      </p:sp>
      <p:sp>
        <p:nvSpPr>
          <p:cNvPr id="3096" name="Text Box 95">
            <a:extLst>
              <a:ext uri="{FF2B5EF4-FFF2-40B4-BE49-F238E27FC236}">
                <a16:creationId xmlns:a16="http://schemas.microsoft.com/office/drawing/2014/main" id="{B19E18DB-D39F-7CE2-3CE3-65B198919D1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2493045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</a:t>
            </a:r>
          </a:p>
        </p:txBody>
      </p:sp>
      <p:sp>
        <p:nvSpPr>
          <p:cNvPr id="3097" name="Line 96">
            <a:extLst>
              <a:ext uri="{FF2B5EF4-FFF2-40B4-BE49-F238E27FC236}">
                <a16:creationId xmlns:a16="http://schemas.microsoft.com/office/drawing/2014/main" id="{7F1CBCDA-1E2D-E71C-3308-8A4E1428F985}"/>
              </a:ext>
            </a:extLst>
          </p:cNvPr>
          <p:cNvSpPr>
            <a:spLocks noChangeShapeType="1"/>
          </p:cNvSpPr>
          <p:nvPr/>
        </p:nvSpPr>
        <p:spPr bwMode="auto">
          <a:xfrm>
            <a:off x="1187450" y="2688307"/>
            <a:ext cx="6477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 type="arrow" w="med" len="med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s-MX"/>
          </a:p>
        </p:txBody>
      </p:sp>
      <p:sp>
        <p:nvSpPr>
          <p:cNvPr id="3098" name="Text Box 97">
            <a:extLst>
              <a:ext uri="{FF2B5EF4-FFF2-40B4-BE49-F238E27FC236}">
                <a16:creationId xmlns:a16="http://schemas.microsoft.com/office/drawing/2014/main" id="{77F85292-49FF-7A89-E5FB-C94832D47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54543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</a:t>
            </a:r>
          </a:p>
        </p:txBody>
      </p:sp>
      <p:sp>
        <p:nvSpPr>
          <p:cNvPr id="3099" name="Text Box 98">
            <a:extLst>
              <a:ext uri="{FF2B5EF4-FFF2-40B4-BE49-F238E27FC236}">
                <a16:creationId xmlns:a16="http://schemas.microsoft.com/office/drawing/2014/main" id="{42392DCF-EC49-053F-24BF-2C00A5B54F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54543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</a:t>
            </a:r>
          </a:p>
        </p:txBody>
      </p:sp>
      <p:pic>
        <p:nvPicPr>
          <p:cNvPr id="3100" name="Imagen 3099">
            <a:extLst>
              <a:ext uri="{FF2B5EF4-FFF2-40B4-BE49-F238E27FC236}">
                <a16:creationId xmlns:a16="http://schemas.microsoft.com/office/drawing/2014/main" id="{B91F766D-D74A-A566-1C54-3818F56FA3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560" y="4512246"/>
            <a:ext cx="1314624" cy="1149002"/>
          </a:xfrm>
          <a:prstGeom prst="rect">
            <a:avLst/>
          </a:prstGeom>
        </p:spPr>
      </p:pic>
      <p:cxnSp>
        <p:nvCxnSpPr>
          <p:cNvPr id="3101" name="Conector recto de flecha 3100">
            <a:extLst>
              <a:ext uri="{FF2B5EF4-FFF2-40B4-BE49-F238E27FC236}">
                <a16:creationId xmlns:a16="http://schemas.microsoft.com/office/drawing/2014/main" id="{B28C2D23-5771-5A04-DDB8-C29F8BC7B8F4}"/>
              </a:ext>
            </a:extLst>
          </p:cNvPr>
          <p:cNvCxnSpPr>
            <a:cxnSpLocks/>
          </p:cNvCxnSpPr>
          <p:nvPr/>
        </p:nvCxnSpPr>
        <p:spPr>
          <a:xfrm flipH="1">
            <a:off x="717401" y="4465041"/>
            <a:ext cx="830263" cy="0"/>
          </a:xfrm>
          <a:prstGeom prst="straightConnector1">
            <a:avLst/>
          </a:prstGeom>
          <a:ln w="857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21188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0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30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3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2" dur="500"/>
                                        <p:tgtEl>
                                          <p:spTgt spid="3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3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3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1" dur="500"/>
                                        <p:tgtEl>
                                          <p:spTgt spid="30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4" dur="500"/>
                                        <p:tgtEl>
                                          <p:spTgt spid="3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/>
      <p:bldP spid="3079" grpId="0"/>
      <p:bldP spid="3082" grpId="0"/>
      <p:bldP spid="3083" grpId="0"/>
      <p:bldP spid="3084" grpId="0"/>
      <p:bldP spid="3085" grpId="0"/>
      <p:bldP spid="3087" grpId="0"/>
      <p:bldP spid="3088" grpId="0"/>
      <p:bldP spid="3090" grpId="0"/>
      <p:bldP spid="3091" grpId="0"/>
      <p:bldP spid="3095" grpId="0"/>
      <p:bldP spid="3096" grpId="0"/>
      <p:bldP spid="3098" grpId="0"/>
      <p:bldP spid="309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5B28B-BD33-1D19-275F-683444C28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C43E9A69-9196-B791-D337-2187E47B2E3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20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126974CB-8371-3CF5-F16E-90818E4143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A0197B6-BDCB-2A47-A813-0F2DED624FC6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E3E0ADC9-BC7C-526B-E437-4FC70F8B5D49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20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3094F7C4-04B2-0BB0-DA78-EBC83877858B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1F1B5903-08A7-DE13-AF1D-CAF34AC73A57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Ejemplo: Ruta Crítica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729EFC6-6F06-4E6F-C873-C501514FA2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600200"/>
            <a:ext cx="82296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fontAlgn="base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es-MX" sz="3400" dirty="0">
                <a:solidFill>
                  <a:schemeClr val="tx1"/>
                </a:solidFill>
              </a:rPr>
              <a:t>After calculating the four times for each activity, the slack is calculated.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altLang="es-MX" sz="3400" dirty="0">
                <a:solidFill>
                  <a:schemeClr val="tx1"/>
                </a:solidFill>
              </a:rPr>
              <a:t>Slack is the amount of time an activity can be delayed without affecting the overall project duration.</a:t>
            </a:r>
            <a:r>
              <a:rPr lang="es-ES" altLang="es-MX" sz="3400" dirty="0">
                <a:solidFill>
                  <a:schemeClr val="tx1"/>
                </a:solidFill>
              </a:rPr>
              <a:t>	</a:t>
            </a:r>
          </a:p>
          <a:p>
            <a:pPr algn="l"/>
            <a:r>
              <a:rPr lang="es-ES" altLang="es-MX" sz="3400" dirty="0">
                <a:solidFill>
                  <a:schemeClr val="tx1"/>
                </a:solidFill>
              </a:rPr>
              <a:t>		H = LF – EF </a:t>
            </a:r>
          </a:p>
        </p:txBody>
      </p:sp>
    </p:spTree>
    <p:extLst>
      <p:ext uri="{BB962C8B-B14F-4D97-AF65-F5344CB8AC3E}">
        <p14:creationId xmlns:p14="http://schemas.microsoft.com/office/powerpoint/2010/main" val="13256476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90F10-F8BA-24AA-5EF7-D19266284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E910C72C-B381-2F56-F703-5532973870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21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6026947F-9A21-30A2-20BC-1144A120B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D5FCCEC-0A7A-1320-93B6-3596E6A2051F}"/>
              </a:ext>
            </a:extLst>
          </p:cNvPr>
          <p:cNvCxnSpPr>
            <a:cxnSpLocks/>
          </p:cNvCxnSpPr>
          <p:nvPr/>
        </p:nvCxnSpPr>
        <p:spPr>
          <a:xfrm>
            <a:off x="196850" y="588803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55B7CBE4-F023-83FE-2BD2-19FE21D659DA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21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4FCAD99B-0769-EFCF-8BFC-F9FCBFB0522D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DEC8ACC8-E7F7-DD82-9D46-7718253F2856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Ejemplo: Ruta Crítica</a:t>
            </a:r>
          </a:p>
        </p:txBody>
      </p:sp>
      <p:grpSp>
        <p:nvGrpSpPr>
          <p:cNvPr id="3" name="Group 46">
            <a:extLst>
              <a:ext uri="{FF2B5EF4-FFF2-40B4-BE49-F238E27FC236}">
                <a16:creationId xmlns:a16="http://schemas.microsoft.com/office/drawing/2014/main" id="{8ECEA393-8A63-0AEF-2250-6D44448438A0}"/>
              </a:ext>
            </a:extLst>
          </p:cNvPr>
          <p:cNvGrpSpPr>
            <a:grpSpLocks/>
          </p:cNvGrpSpPr>
          <p:nvPr/>
        </p:nvGrpSpPr>
        <p:grpSpPr bwMode="auto">
          <a:xfrm>
            <a:off x="8027988" y="2256507"/>
            <a:ext cx="719137" cy="719138"/>
            <a:chOff x="295" y="981"/>
            <a:chExt cx="453" cy="453"/>
          </a:xfrm>
        </p:grpSpPr>
        <p:sp>
          <p:nvSpPr>
            <p:cNvPr id="4" name="Line 47">
              <a:extLst>
                <a:ext uri="{FF2B5EF4-FFF2-40B4-BE49-F238E27FC236}">
                  <a16:creationId xmlns:a16="http://schemas.microsoft.com/office/drawing/2014/main" id="{9AB52FBF-8DE1-6BF3-8A97-D74D5BCBB6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1" y="981"/>
              <a:ext cx="0" cy="453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  <p:sp>
          <p:nvSpPr>
            <p:cNvPr id="6" name="Line 48">
              <a:extLst>
                <a:ext uri="{FF2B5EF4-FFF2-40B4-BE49-F238E27FC236}">
                  <a16:creationId xmlns:a16="http://schemas.microsoft.com/office/drawing/2014/main" id="{437E76A1-F47D-3D03-35D6-8286ED20AC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" y="1207"/>
              <a:ext cx="453" cy="0"/>
            </a:xfrm>
            <a:prstGeom prst="line">
              <a:avLst/>
            </a:prstGeom>
            <a:noFill/>
            <a:ln w="12700" cap="sq">
              <a:solidFill>
                <a:schemeClr val="tx1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s-MX"/>
            </a:p>
          </p:txBody>
        </p:sp>
      </p:grpSp>
      <p:grpSp>
        <p:nvGrpSpPr>
          <p:cNvPr id="7" name="Group 72">
            <a:extLst>
              <a:ext uri="{FF2B5EF4-FFF2-40B4-BE49-F238E27FC236}">
                <a16:creationId xmlns:a16="http://schemas.microsoft.com/office/drawing/2014/main" id="{288735AB-021C-7497-597C-218671D0B9C4}"/>
              </a:ext>
            </a:extLst>
          </p:cNvPr>
          <p:cNvGrpSpPr>
            <a:grpSpLocks/>
          </p:cNvGrpSpPr>
          <p:nvPr/>
        </p:nvGrpSpPr>
        <p:grpSpPr bwMode="auto">
          <a:xfrm>
            <a:off x="395288" y="908720"/>
            <a:ext cx="8229600" cy="4948237"/>
            <a:chOff x="424" y="721"/>
            <a:chExt cx="5184" cy="3117"/>
          </a:xfrm>
        </p:grpSpPr>
        <p:grpSp>
          <p:nvGrpSpPr>
            <p:cNvPr id="8" name="Group 5">
              <a:extLst>
                <a:ext uri="{FF2B5EF4-FFF2-40B4-BE49-F238E27FC236}">
                  <a16:creationId xmlns:a16="http://schemas.microsoft.com/office/drawing/2014/main" id="{57EA72E5-CF27-328E-39D7-974BDDBDB9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4" y="1067"/>
              <a:ext cx="5184" cy="2429"/>
              <a:chOff x="288" y="931"/>
              <a:chExt cx="5184" cy="2429"/>
            </a:xfrm>
          </p:grpSpPr>
          <p:sp>
            <p:nvSpPr>
              <p:cNvPr id="42" name="Oval 6">
                <a:extLst>
                  <a:ext uri="{FF2B5EF4-FFF2-40B4-BE49-F238E27FC236}">
                    <a16:creationId xmlns:a16="http://schemas.microsoft.com/office/drawing/2014/main" id="{E6A58C1C-702E-6A0E-ED16-303E8C7557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8" y="2016"/>
                <a:ext cx="528" cy="480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Inicio</a:t>
                </a:r>
              </a:p>
            </p:txBody>
          </p:sp>
          <p:sp>
            <p:nvSpPr>
              <p:cNvPr id="43" name="Oval 7">
                <a:extLst>
                  <a:ext uri="{FF2B5EF4-FFF2-40B4-BE49-F238E27FC236}">
                    <a16:creationId xmlns:a16="http://schemas.microsoft.com/office/drawing/2014/main" id="{A3DE0558-0E71-A86E-2EED-982BF339F3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064"/>
                <a:ext cx="480" cy="384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A</a:t>
                </a:r>
              </a:p>
            </p:txBody>
          </p:sp>
          <p:sp>
            <p:nvSpPr>
              <p:cNvPr id="44" name="Oval 8">
                <a:extLst>
                  <a:ext uri="{FF2B5EF4-FFF2-40B4-BE49-F238E27FC236}">
                    <a16:creationId xmlns:a16="http://schemas.microsoft.com/office/drawing/2014/main" id="{E25E53DE-E814-8DD5-C08A-AAE304C52D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1152"/>
                <a:ext cx="480" cy="384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B</a:t>
                </a:r>
              </a:p>
            </p:txBody>
          </p:sp>
          <p:sp>
            <p:nvSpPr>
              <p:cNvPr id="45" name="Oval 9">
                <a:extLst>
                  <a:ext uri="{FF2B5EF4-FFF2-40B4-BE49-F238E27FC236}">
                    <a16:creationId xmlns:a16="http://schemas.microsoft.com/office/drawing/2014/main" id="{4B122048-E9F9-F931-8548-C14822564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064"/>
                <a:ext cx="480" cy="384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C</a:t>
                </a:r>
              </a:p>
            </p:txBody>
          </p:sp>
          <p:sp>
            <p:nvSpPr>
              <p:cNvPr id="46" name="Oval 10">
                <a:extLst>
                  <a:ext uri="{FF2B5EF4-FFF2-40B4-BE49-F238E27FC236}">
                    <a16:creationId xmlns:a16="http://schemas.microsoft.com/office/drawing/2014/main" id="{15274618-0066-8A78-0D12-66162DB275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84" y="2976"/>
                <a:ext cx="480" cy="384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D</a:t>
                </a:r>
              </a:p>
            </p:txBody>
          </p:sp>
          <p:sp>
            <p:nvSpPr>
              <p:cNvPr id="47" name="Oval 11">
                <a:extLst>
                  <a:ext uri="{FF2B5EF4-FFF2-40B4-BE49-F238E27FC236}">
                    <a16:creationId xmlns:a16="http://schemas.microsoft.com/office/drawing/2014/main" id="{76A687A1-83B0-ECD4-E566-11846F4D0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28" y="2064"/>
                <a:ext cx="480" cy="384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E</a:t>
                </a:r>
              </a:p>
            </p:txBody>
          </p:sp>
          <p:sp>
            <p:nvSpPr>
              <p:cNvPr id="48" name="Oval 12">
                <a:extLst>
                  <a:ext uri="{FF2B5EF4-FFF2-40B4-BE49-F238E27FC236}">
                    <a16:creationId xmlns:a16="http://schemas.microsoft.com/office/drawing/2014/main" id="{247F7D54-503A-9CC7-0344-531A7DC772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2" y="2064"/>
                <a:ext cx="480" cy="384"/>
              </a:xfrm>
              <a:prstGeom prst="ellipse">
                <a:avLst/>
              </a:prstGeom>
              <a:solidFill>
                <a:srgbClr val="FFC000"/>
              </a:solidFill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 eaLnBrk="0" hangingPunct="0"/>
                <a:r>
                  <a:rPr lang="es-ES_tradnl" altLang="es-MX" sz="2400">
                    <a:latin typeface="Times New Roman" panose="02020603050405020304" pitchFamily="18" charset="0"/>
                  </a:rPr>
                  <a:t>Fin</a:t>
                </a:r>
              </a:p>
            </p:txBody>
          </p:sp>
          <p:sp>
            <p:nvSpPr>
              <p:cNvPr id="49" name="Line 13">
                <a:extLst>
                  <a:ext uri="{FF2B5EF4-FFF2-40B4-BE49-F238E27FC236}">
                    <a16:creationId xmlns:a16="http://schemas.microsoft.com/office/drawing/2014/main" id="{68BF7E3E-2790-C580-C7C8-5E69F60AEC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2256"/>
                <a:ext cx="432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0" name="Line 14">
                <a:extLst>
                  <a:ext uri="{FF2B5EF4-FFF2-40B4-BE49-F238E27FC236}">
                    <a16:creationId xmlns:a16="http://schemas.microsoft.com/office/drawing/2014/main" id="{56C4465D-40B9-47F8-A680-40B9252C13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28" y="1488"/>
                <a:ext cx="1104" cy="76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1" name="Line 15">
                <a:extLst>
                  <a:ext uri="{FF2B5EF4-FFF2-40B4-BE49-F238E27FC236}">
                    <a16:creationId xmlns:a16="http://schemas.microsoft.com/office/drawing/2014/main" id="{4B3F3B7F-8102-98E0-9CF9-418D90A414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76" y="2256"/>
                <a:ext cx="1008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2" name="Line 16">
                <a:extLst>
                  <a:ext uri="{FF2B5EF4-FFF2-40B4-BE49-F238E27FC236}">
                    <a16:creationId xmlns:a16="http://schemas.microsoft.com/office/drawing/2014/main" id="{F1A796B2-F234-6F7A-7D8C-831E89519D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304"/>
                <a:ext cx="1104" cy="768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3" name="Line 17">
                <a:extLst>
                  <a:ext uri="{FF2B5EF4-FFF2-40B4-BE49-F238E27FC236}">
                    <a16:creationId xmlns:a16="http://schemas.microsoft.com/office/drawing/2014/main" id="{20050BF0-357C-5152-393E-9A78E45F3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2256"/>
                <a:ext cx="86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4" name="Line 18">
                <a:extLst>
                  <a:ext uri="{FF2B5EF4-FFF2-40B4-BE49-F238E27FC236}">
                    <a16:creationId xmlns:a16="http://schemas.microsoft.com/office/drawing/2014/main" id="{DEDD19AA-2EF3-2C78-604C-87F2C09F0C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64" y="1392"/>
                <a:ext cx="912" cy="72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5" name="Line 19">
                <a:extLst>
                  <a:ext uri="{FF2B5EF4-FFF2-40B4-BE49-F238E27FC236}">
                    <a16:creationId xmlns:a16="http://schemas.microsoft.com/office/drawing/2014/main" id="{6A0EB5F1-2D51-46D7-4E17-49291E90C4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08" y="2256"/>
                <a:ext cx="384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6" name="Line 20">
                <a:extLst>
                  <a:ext uri="{FF2B5EF4-FFF2-40B4-BE49-F238E27FC236}">
                    <a16:creationId xmlns:a16="http://schemas.microsoft.com/office/drawing/2014/main" id="{26765EA2-E63B-6120-1F83-6FE6AE6D2C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64" y="2352"/>
                <a:ext cx="1776" cy="816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s-MX"/>
              </a:p>
            </p:txBody>
          </p:sp>
          <p:sp>
            <p:nvSpPr>
              <p:cNvPr id="57" name="Text Box 21">
                <a:extLst>
                  <a:ext uri="{FF2B5EF4-FFF2-40B4-BE49-F238E27FC236}">
                    <a16:creationId xmlns:a16="http://schemas.microsoft.com/office/drawing/2014/main" id="{062E37C3-539A-AE8E-F4CA-E54B6F06E3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1" y="179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0</a:t>
                </a:r>
              </a:p>
            </p:txBody>
          </p:sp>
          <p:sp>
            <p:nvSpPr>
              <p:cNvPr id="58" name="Text Box 22">
                <a:extLst>
                  <a:ext uri="{FF2B5EF4-FFF2-40B4-BE49-F238E27FC236}">
                    <a16:creationId xmlns:a16="http://schemas.microsoft.com/office/drawing/2014/main" id="{E7E326DF-D31D-6326-0C1C-C26F092209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83" y="1855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4</a:t>
                </a:r>
              </a:p>
            </p:txBody>
          </p:sp>
          <p:sp>
            <p:nvSpPr>
              <p:cNvPr id="59" name="Text Box 23">
                <a:extLst>
                  <a:ext uri="{FF2B5EF4-FFF2-40B4-BE49-F238E27FC236}">
                    <a16:creationId xmlns:a16="http://schemas.microsoft.com/office/drawing/2014/main" id="{E23B1D5E-DE34-4E1F-0962-D5305C80CF8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5" y="93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2</a:t>
                </a:r>
              </a:p>
            </p:txBody>
          </p:sp>
          <p:sp>
            <p:nvSpPr>
              <p:cNvPr id="60" name="Text Box 24">
                <a:extLst>
                  <a:ext uri="{FF2B5EF4-FFF2-40B4-BE49-F238E27FC236}">
                    <a16:creationId xmlns:a16="http://schemas.microsoft.com/office/drawing/2014/main" id="{FADE17A8-3551-257E-2F4B-AD4644D3AB1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5" y="1838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3</a:t>
                </a:r>
              </a:p>
            </p:txBody>
          </p:sp>
          <p:sp>
            <p:nvSpPr>
              <p:cNvPr id="61" name="Text Box 25">
                <a:extLst>
                  <a:ext uri="{FF2B5EF4-FFF2-40B4-BE49-F238E27FC236}">
                    <a16:creationId xmlns:a16="http://schemas.microsoft.com/office/drawing/2014/main" id="{C59EBCBA-A116-9D84-F9C2-DAB35670589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25" y="2750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1</a:t>
                </a:r>
              </a:p>
            </p:txBody>
          </p:sp>
          <p:sp>
            <p:nvSpPr>
              <p:cNvPr id="62" name="Text Box 26">
                <a:extLst>
                  <a:ext uri="{FF2B5EF4-FFF2-40B4-BE49-F238E27FC236}">
                    <a16:creationId xmlns:a16="http://schemas.microsoft.com/office/drawing/2014/main" id="{7C8481C7-F022-B9CC-BF89-60FCC702A02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272" y="1838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5</a:t>
                </a:r>
              </a:p>
            </p:txBody>
          </p:sp>
          <p:sp>
            <p:nvSpPr>
              <p:cNvPr id="63" name="Text Box 27">
                <a:extLst>
                  <a:ext uri="{FF2B5EF4-FFF2-40B4-BE49-F238E27FC236}">
                    <a16:creationId xmlns:a16="http://schemas.microsoft.com/office/drawing/2014/main" id="{AFBD73D6-666E-12DA-7E85-A12369BE5E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35" y="1855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0</a:t>
                </a:r>
              </a:p>
            </p:txBody>
          </p:sp>
        </p:grpSp>
        <p:grpSp>
          <p:nvGrpSpPr>
            <p:cNvPr id="9" name="Group 28">
              <a:extLst>
                <a:ext uri="{FF2B5EF4-FFF2-40B4-BE49-F238E27FC236}">
                  <a16:creationId xmlns:a16="http://schemas.microsoft.com/office/drawing/2014/main" id="{982949FA-70BF-E9E6-436D-8D5DD30E4D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6" y="1480"/>
              <a:ext cx="453" cy="453"/>
              <a:chOff x="295" y="981"/>
              <a:chExt cx="453" cy="453"/>
            </a:xfrm>
          </p:grpSpPr>
          <p:sp>
            <p:nvSpPr>
              <p:cNvPr id="40" name="Line 29">
                <a:extLst>
                  <a:ext uri="{FF2B5EF4-FFF2-40B4-BE49-F238E27FC236}">
                    <a16:creationId xmlns:a16="http://schemas.microsoft.com/office/drawing/2014/main" id="{7A9331D4-C4D5-867D-E753-83618133A2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981"/>
                <a:ext cx="0" cy="45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41" name="Line 30">
                <a:extLst>
                  <a:ext uri="{FF2B5EF4-FFF2-40B4-BE49-F238E27FC236}">
                    <a16:creationId xmlns:a16="http://schemas.microsoft.com/office/drawing/2014/main" id="{15F764A3-9A1B-44C0-85BC-740D79D4BF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" y="1207"/>
                <a:ext cx="45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0" name="Group 31">
              <a:extLst>
                <a:ext uri="{FF2B5EF4-FFF2-40B4-BE49-F238E27FC236}">
                  <a16:creationId xmlns:a16="http://schemas.microsoft.com/office/drawing/2014/main" id="{DD17CBF8-3D28-B6D6-CDB3-006B0A3A851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384" y="1480"/>
              <a:ext cx="453" cy="453"/>
              <a:chOff x="295" y="981"/>
              <a:chExt cx="453" cy="453"/>
            </a:xfrm>
          </p:grpSpPr>
          <p:sp>
            <p:nvSpPr>
              <p:cNvPr id="38" name="Line 32">
                <a:extLst>
                  <a:ext uri="{FF2B5EF4-FFF2-40B4-BE49-F238E27FC236}">
                    <a16:creationId xmlns:a16="http://schemas.microsoft.com/office/drawing/2014/main" id="{979567C9-652B-2FD5-342A-AEB428659D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981"/>
                <a:ext cx="0" cy="45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9" name="Line 33">
                <a:extLst>
                  <a:ext uri="{FF2B5EF4-FFF2-40B4-BE49-F238E27FC236}">
                    <a16:creationId xmlns:a16="http://schemas.microsoft.com/office/drawing/2014/main" id="{D271365B-6822-5A62-3650-86B68DDF273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" y="1207"/>
                <a:ext cx="45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2" name="Group 34">
              <a:extLst>
                <a:ext uri="{FF2B5EF4-FFF2-40B4-BE49-F238E27FC236}">
                  <a16:creationId xmlns:a16="http://schemas.microsoft.com/office/drawing/2014/main" id="{A36C9895-6014-964B-3DB3-53286F552C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3" y="754"/>
              <a:ext cx="453" cy="453"/>
              <a:chOff x="295" y="981"/>
              <a:chExt cx="453" cy="453"/>
            </a:xfrm>
          </p:grpSpPr>
          <p:sp>
            <p:nvSpPr>
              <p:cNvPr id="36" name="Line 35">
                <a:extLst>
                  <a:ext uri="{FF2B5EF4-FFF2-40B4-BE49-F238E27FC236}">
                    <a16:creationId xmlns:a16="http://schemas.microsoft.com/office/drawing/2014/main" id="{F2957413-E5B4-EAD7-72F9-48F34DA7D3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981"/>
                <a:ext cx="0" cy="45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7" name="Line 36">
                <a:extLst>
                  <a:ext uri="{FF2B5EF4-FFF2-40B4-BE49-F238E27FC236}">
                    <a16:creationId xmlns:a16="http://schemas.microsoft.com/office/drawing/2014/main" id="{E69BC55E-B314-6A01-DC3A-6715C45DBA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" y="1207"/>
                <a:ext cx="45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4" name="Group 37">
              <a:extLst>
                <a:ext uri="{FF2B5EF4-FFF2-40B4-BE49-F238E27FC236}">
                  <a16:creationId xmlns:a16="http://schemas.microsoft.com/office/drawing/2014/main" id="{1281FA79-3DAD-4E29-5B6F-90B74F3DD5F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8" y="1888"/>
              <a:ext cx="453" cy="453"/>
              <a:chOff x="295" y="981"/>
              <a:chExt cx="453" cy="453"/>
            </a:xfrm>
          </p:grpSpPr>
          <p:sp>
            <p:nvSpPr>
              <p:cNvPr id="34" name="Line 38">
                <a:extLst>
                  <a:ext uri="{FF2B5EF4-FFF2-40B4-BE49-F238E27FC236}">
                    <a16:creationId xmlns:a16="http://schemas.microsoft.com/office/drawing/2014/main" id="{9269F5BC-E072-8896-184A-649ECAA076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981"/>
                <a:ext cx="0" cy="45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5" name="Line 39">
                <a:extLst>
                  <a:ext uri="{FF2B5EF4-FFF2-40B4-BE49-F238E27FC236}">
                    <a16:creationId xmlns:a16="http://schemas.microsoft.com/office/drawing/2014/main" id="{EF0BBDE6-EAF7-CEB3-2F9F-1EAF62D434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" y="1207"/>
                <a:ext cx="45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5" name="Group 40">
              <a:extLst>
                <a:ext uri="{FF2B5EF4-FFF2-40B4-BE49-F238E27FC236}">
                  <a16:creationId xmlns:a16="http://schemas.microsoft.com/office/drawing/2014/main" id="{F2847077-271A-EB46-5F97-635D6D89CF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9" y="3385"/>
              <a:ext cx="453" cy="453"/>
              <a:chOff x="295" y="981"/>
              <a:chExt cx="453" cy="453"/>
            </a:xfrm>
          </p:grpSpPr>
          <p:sp>
            <p:nvSpPr>
              <p:cNvPr id="32" name="Line 41">
                <a:extLst>
                  <a:ext uri="{FF2B5EF4-FFF2-40B4-BE49-F238E27FC236}">
                    <a16:creationId xmlns:a16="http://schemas.microsoft.com/office/drawing/2014/main" id="{BAF6B774-1689-E8B9-3DF8-36C5072179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981"/>
                <a:ext cx="0" cy="45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3" name="Line 42">
                <a:extLst>
                  <a:ext uri="{FF2B5EF4-FFF2-40B4-BE49-F238E27FC236}">
                    <a16:creationId xmlns:a16="http://schemas.microsoft.com/office/drawing/2014/main" id="{2FA71BD2-B925-8BD5-F035-A46328CB90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" y="1207"/>
                <a:ext cx="45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16" name="Group 43">
              <a:extLst>
                <a:ext uri="{FF2B5EF4-FFF2-40B4-BE49-F238E27FC236}">
                  <a16:creationId xmlns:a16="http://schemas.microsoft.com/office/drawing/2014/main" id="{9ED3D938-31CD-763B-C1F8-7CD474C735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22" y="1570"/>
              <a:ext cx="453" cy="453"/>
              <a:chOff x="295" y="981"/>
              <a:chExt cx="453" cy="453"/>
            </a:xfrm>
          </p:grpSpPr>
          <p:sp>
            <p:nvSpPr>
              <p:cNvPr id="30" name="Line 44">
                <a:extLst>
                  <a:ext uri="{FF2B5EF4-FFF2-40B4-BE49-F238E27FC236}">
                    <a16:creationId xmlns:a16="http://schemas.microsoft.com/office/drawing/2014/main" id="{772FF564-9107-7DB7-A5F3-8C5F737766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981"/>
                <a:ext cx="0" cy="45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1" name="Line 45">
                <a:extLst>
                  <a:ext uri="{FF2B5EF4-FFF2-40B4-BE49-F238E27FC236}">
                    <a16:creationId xmlns:a16="http://schemas.microsoft.com/office/drawing/2014/main" id="{93A2CB04-FB28-D281-8479-511291D4EA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" y="1207"/>
                <a:ext cx="45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</p:grpSp>
        <p:sp>
          <p:nvSpPr>
            <p:cNvPr id="17" name="Text Box 49">
              <a:extLst>
                <a:ext uri="{FF2B5EF4-FFF2-40B4-BE49-F238E27FC236}">
                  <a16:creationId xmlns:a16="http://schemas.microsoft.com/office/drawing/2014/main" id="{362EEB64-1A73-5BD0-A3AE-4CA8E37A35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" y="144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0</a:t>
              </a:r>
            </a:p>
          </p:txBody>
        </p:sp>
        <p:sp>
          <p:nvSpPr>
            <p:cNvPr id="18" name="Text Box 50">
              <a:extLst>
                <a:ext uri="{FF2B5EF4-FFF2-40B4-BE49-F238E27FC236}">
                  <a16:creationId xmlns:a16="http://schemas.microsoft.com/office/drawing/2014/main" id="{446BF4FE-E4A4-03E6-F7B8-31753DE19E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" y="144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0</a:t>
              </a:r>
            </a:p>
          </p:txBody>
        </p:sp>
        <p:sp>
          <p:nvSpPr>
            <p:cNvPr id="19" name="Text Box 52">
              <a:extLst>
                <a:ext uri="{FF2B5EF4-FFF2-40B4-BE49-F238E27FC236}">
                  <a16:creationId xmlns:a16="http://schemas.microsoft.com/office/drawing/2014/main" id="{50282D71-D317-6F92-C307-1E59B8243A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70" y="144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0</a:t>
              </a:r>
            </a:p>
          </p:txBody>
        </p:sp>
        <p:sp>
          <p:nvSpPr>
            <p:cNvPr id="20" name="Text Box 53">
              <a:extLst>
                <a:ext uri="{FF2B5EF4-FFF2-40B4-BE49-F238E27FC236}">
                  <a16:creationId xmlns:a16="http://schemas.microsoft.com/office/drawing/2014/main" id="{B6B3B9CF-473B-EBF6-C29A-C98FAD3B59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97" y="144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4</a:t>
              </a:r>
            </a:p>
          </p:txBody>
        </p:sp>
        <p:sp>
          <p:nvSpPr>
            <p:cNvPr id="21" name="Text Box 56">
              <a:extLst>
                <a:ext uri="{FF2B5EF4-FFF2-40B4-BE49-F238E27FC236}">
                  <a16:creationId xmlns:a16="http://schemas.microsoft.com/office/drawing/2014/main" id="{DB7D49CC-723C-8874-362F-A8117C98CC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" y="72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4</a:t>
              </a:r>
            </a:p>
          </p:txBody>
        </p:sp>
        <p:sp>
          <p:nvSpPr>
            <p:cNvPr id="22" name="Text Box 57">
              <a:extLst>
                <a:ext uri="{FF2B5EF4-FFF2-40B4-BE49-F238E27FC236}">
                  <a16:creationId xmlns:a16="http://schemas.microsoft.com/office/drawing/2014/main" id="{91E6A9DB-A119-7C1B-96C3-5E99DE198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2" y="72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6</a:t>
              </a:r>
            </a:p>
          </p:txBody>
        </p:sp>
        <p:sp>
          <p:nvSpPr>
            <p:cNvPr id="23" name="Text Box 59">
              <a:extLst>
                <a:ext uri="{FF2B5EF4-FFF2-40B4-BE49-F238E27FC236}">
                  <a16:creationId xmlns:a16="http://schemas.microsoft.com/office/drawing/2014/main" id="{011A29E7-48F6-6518-7A8E-E1D9E05702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1" y="185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4</a:t>
              </a:r>
            </a:p>
          </p:txBody>
        </p:sp>
        <p:sp>
          <p:nvSpPr>
            <p:cNvPr id="24" name="Text Box 60">
              <a:extLst>
                <a:ext uri="{FF2B5EF4-FFF2-40B4-BE49-F238E27FC236}">
                  <a16:creationId xmlns:a16="http://schemas.microsoft.com/office/drawing/2014/main" id="{69D03451-BCCE-C0CD-AD7D-E6D8D34DB7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48" y="185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7</a:t>
              </a:r>
            </a:p>
          </p:txBody>
        </p:sp>
        <p:sp>
          <p:nvSpPr>
            <p:cNvPr id="25" name="Text Box 62">
              <a:extLst>
                <a:ext uri="{FF2B5EF4-FFF2-40B4-BE49-F238E27FC236}">
                  <a16:creationId xmlns:a16="http://schemas.microsoft.com/office/drawing/2014/main" id="{4A2F8C12-E40A-7425-57DF-F41D588149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12" y="335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4</a:t>
              </a:r>
            </a:p>
          </p:txBody>
        </p:sp>
        <p:sp>
          <p:nvSpPr>
            <p:cNvPr id="26" name="Text Box 63">
              <a:extLst>
                <a:ext uri="{FF2B5EF4-FFF2-40B4-BE49-F238E27FC236}">
                  <a16:creationId xmlns:a16="http://schemas.microsoft.com/office/drawing/2014/main" id="{5E71ABD8-49E4-346A-0375-A5750F6AF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38" y="335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5</a:t>
              </a:r>
            </a:p>
          </p:txBody>
        </p:sp>
        <p:sp>
          <p:nvSpPr>
            <p:cNvPr id="27" name="Text Box 66">
              <a:extLst>
                <a:ext uri="{FF2B5EF4-FFF2-40B4-BE49-F238E27FC236}">
                  <a16:creationId xmlns:a16="http://schemas.microsoft.com/office/drawing/2014/main" id="{3727F047-DD39-19CB-AB4C-8319830501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0" y="153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7</a:t>
              </a:r>
            </a:p>
          </p:txBody>
        </p:sp>
        <p:sp>
          <p:nvSpPr>
            <p:cNvPr id="28" name="Text Box 67">
              <a:extLst>
                <a:ext uri="{FF2B5EF4-FFF2-40B4-BE49-F238E27FC236}">
                  <a16:creationId xmlns:a16="http://schemas.microsoft.com/office/drawing/2014/main" id="{1D0BE0E1-8B72-9B33-429D-0A5AE95973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36" y="1537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12</a:t>
              </a:r>
            </a:p>
          </p:txBody>
        </p:sp>
        <p:sp>
          <p:nvSpPr>
            <p:cNvPr id="29" name="Text Box 70">
              <a:extLst>
                <a:ext uri="{FF2B5EF4-FFF2-40B4-BE49-F238E27FC236}">
                  <a16:creationId xmlns:a16="http://schemas.microsoft.com/office/drawing/2014/main" id="{792FB6C0-F450-1256-A031-802FD7842C5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93" y="1566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12</a:t>
              </a:r>
            </a:p>
          </p:txBody>
        </p:sp>
      </p:grpSp>
      <p:sp>
        <p:nvSpPr>
          <p:cNvPr id="3072" name="Text Box 71">
            <a:extLst>
              <a:ext uri="{FF2B5EF4-FFF2-40B4-BE49-F238E27FC236}">
                <a16:creationId xmlns:a16="http://schemas.microsoft.com/office/drawing/2014/main" id="{565A5875-955D-1056-3BC6-B8D91CB846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250157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3078" name="Text Box 77">
            <a:extLst>
              <a:ext uri="{FF2B5EF4-FFF2-40B4-BE49-F238E27FC236}">
                <a16:creationId xmlns:a16="http://schemas.microsoft.com/office/drawing/2014/main" id="{55CE9905-1D9D-D6ED-54BA-F110F57716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0" y="2688307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3079" name="Text Box 78">
            <a:extLst>
              <a:ext uri="{FF2B5EF4-FFF2-40B4-BE49-F238E27FC236}">
                <a16:creationId xmlns:a16="http://schemas.microsoft.com/office/drawing/2014/main" id="{C891C36B-75B9-6421-371D-EE2BF53F23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200" y="2688307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3082" name="Text Box 81">
            <a:extLst>
              <a:ext uri="{FF2B5EF4-FFF2-40B4-BE49-F238E27FC236}">
                <a16:creationId xmlns:a16="http://schemas.microsoft.com/office/drawing/2014/main" id="{21153DCE-1D6C-EC95-49B5-4FD2076FA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9250" y="5498182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3083" name="Text Box 82">
            <a:extLst>
              <a:ext uri="{FF2B5EF4-FFF2-40B4-BE49-F238E27FC236}">
                <a16:creationId xmlns:a16="http://schemas.microsoft.com/office/drawing/2014/main" id="{32FD7831-76FB-1D0D-EA23-931CF26C0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86600" y="2616870"/>
            <a:ext cx="438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12</a:t>
            </a:r>
          </a:p>
        </p:txBody>
      </p:sp>
      <p:sp>
        <p:nvSpPr>
          <p:cNvPr id="3084" name="Text Box 83">
            <a:extLst>
              <a:ext uri="{FF2B5EF4-FFF2-40B4-BE49-F238E27FC236}">
                <a16:creationId xmlns:a16="http://schemas.microsoft.com/office/drawing/2014/main" id="{B084BE2D-61D4-249E-1F66-FF7B53C21D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2637507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7</a:t>
            </a:r>
          </a:p>
        </p:txBody>
      </p:sp>
      <p:sp>
        <p:nvSpPr>
          <p:cNvPr id="3085" name="Text Box 84">
            <a:extLst>
              <a:ext uri="{FF2B5EF4-FFF2-40B4-BE49-F238E27FC236}">
                <a16:creationId xmlns:a16="http://schemas.microsoft.com/office/drawing/2014/main" id="{B51B953C-5DB0-4DB0-48CE-E01669703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5498182"/>
            <a:ext cx="438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11</a:t>
            </a:r>
          </a:p>
        </p:txBody>
      </p:sp>
      <p:sp>
        <p:nvSpPr>
          <p:cNvPr id="3087" name="Text Box 86">
            <a:extLst>
              <a:ext uri="{FF2B5EF4-FFF2-40B4-BE49-F238E27FC236}">
                <a16:creationId xmlns:a16="http://schemas.microsoft.com/office/drawing/2014/main" id="{4900AA19-E4F0-F3EC-0336-BECB05EF9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72088" y="1340520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7</a:t>
            </a:r>
          </a:p>
        </p:txBody>
      </p:sp>
      <p:sp>
        <p:nvSpPr>
          <p:cNvPr id="3088" name="Text Box 87">
            <a:extLst>
              <a:ext uri="{FF2B5EF4-FFF2-40B4-BE49-F238E27FC236}">
                <a16:creationId xmlns:a16="http://schemas.microsoft.com/office/drawing/2014/main" id="{09AF15CA-BDA1-8506-4766-67C6135909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08550" y="1321470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5</a:t>
            </a:r>
          </a:p>
        </p:txBody>
      </p:sp>
      <p:sp>
        <p:nvSpPr>
          <p:cNvPr id="3090" name="Text Box 89">
            <a:extLst>
              <a:ext uri="{FF2B5EF4-FFF2-40B4-BE49-F238E27FC236}">
                <a16:creationId xmlns:a16="http://schemas.microsoft.com/office/drawing/2014/main" id="{7175F277-7259-1F08-571C-1426AA8CB7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0350" y="3140745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7</a:t>
            </a:r>
          </a:p>
        </p:txBody>
      </p:sp>
      <p:sp>
        <p:nvSpPr>
          <p:cNvPr id="3091" name="Text Box 90">
            <a:extLst>
              <a:ext uri="{FF2B5EF4-FFF2-40B4-BE49-F238E27FC236}">
                <a16:creationId xmlns:a16="http://schemas.microsoft.com/office/drawing/2014/main" id="{2F339FFA-D242-A291-805E-7CF5864F89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3800" y="3121695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4</a:t>
            </a:r>
          </a:p>
        </p:txBody>
      </p:sp>
      <p:sp>
        <p:nvSpPr>
          <p:cNvPr id="3095" name="Text Box 94">
            <a:extLst>
              <a:ext uri="{FF2B5EF4-FFF2-40B4-BE49-F238E27FC236}">
                <a16:creationId xmlns:a16="http://schemas.microsoft.com/office/drawing/2014/main" id="{F0F06B29-E6AC-A829-967A-405EBDC148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44725" y="2472407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4</a:t>
            </a:r>
          </a:p>
        </p:txBody>
      </p:sp>
      <p:sp>
        <p:nvSpPr>
          <p:cNvPr id="3096" name="Text Box 95">
            <a:extLst>
              <a:ext uri="{FF2B5EF4-FFF2-40B4-BE49-F238E27FC236}">
                <a16:creationId xmlns:a16="http://schemas.microsoft.com/office/drawing/2014/main" id="{841EC3E5-7D7F-ECDD-48D3-AC72543D68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8175" y="2493045"/>
            <a:ext cx="311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</a:t>
            </a:r>
          </a:p>
        </p:txBody>
      </p:sp>
      <p:sp>
        <p:nvSpPr>
          <p:cNvPr id="3098" name="Text Box 97">
            <a:extLst>
              <a:ext uri="{FF2B5EF4-FFF2-40B4-BE49-F238E27FC236}">
                <a16:creationId xmlns:a16="http://schemas.microsoft.com/office/drawing/2014/main" id="{E7C08909-E10C-EEE5-7CFC-9CCC70C89F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254543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</a:t>
            </a:r>
          </a:p>
        </p:txBody>
      </p:sp>
      <p:sp>
        <p:nvSpPr>
          <p:cNvPr id="3099" name="Text Box 98">
            <a:extLst>
              <a:ext uri="{FF2B5EF4-FFF2-40B4-BE49-F238E27FC236}">
                <a16:creationId xmlns:a16="http://schemas.microsoft.com/office/drawing/2014/main" id="{7A2139E1-3F51-9FD5-0EBD-57BAC4CEDB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545432"/>
            <a:ext cx="311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0</a:t>
            </a:r>
          </a:p>
        </p:txBody>
      </p:sp>
      <p:pic>
        <p:nvPicPr>
          <p:cNvPr id="3109" name="Imagen 3108">
            <a:extLst>
              <a:ext uri="{FF2B5EF4-FFF2-40B4-BE49-F238E27FC236}">
                <a16:creationId xmlns:a16="http://schemas.microsoft.com/office/drawing/2014/main" id="{B58B7429-3854-7237-8F49-DF0BA16818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38" y="4332957"/>
            <a:ext cx="1165846" cy="1014378"/>
          </a:xfrm>
          <a:prstGeom prst="rect">
            <a:avLst/>
          </a:prstGeom>
        </p:spPr>
      </p:pic>
      <p:sp>
        <p:nvSpPr>
          <p:cNvPr id="3110" name="CuadroTexto 3109">
            <a:extLst>
              <a:ext uri="{FF2B5EF4-FFF2-40B4-BE49-F238E27FC236}">
                <a16:creationId xmlns:a16="http://schemas.microsoft.com/office/drawing/2014/main" id="{D7F3F7E9-A90D-A6E9-38D1-33E1CE465AA6}"/>
              </a:ext>
            </a:extLst>
          </p:cNvPr>
          <p:cNvSpPr txBox="1"/>
          <p:nvPr/>
        </p:nvSpPr>
        <p:spPr>
          <a:xfrm>
            <a:off x="529999" y="5370478"/>
            <a:ext cx="240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H (Holgura) = LF - EF</a:t>
            </a:r>
          </a:p>
        </p:txBody>
      </p:sp>
    </p:spTree>
    <p:extLst>
      <p:ext uri="{BB962C8B-B14F-4D97-AF65-F5344CB8AC3E}">
        <p14:creationId xmlns:p14="http://schemas.microsoft.com/office/powerpoint/2010/main" val="41303960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8" grpId="0"/>
      <p:bldP spid="3079" grpId="0"/>
      <p:bldP spid="3082" grpId="0"/>
      <p:bldP spid="3083" grpId="0"/>
      <p:bldP spid="3084" grpId="0"/>
      <p:bldP spid="3085" grpId="0"/>
      <p:bldP spid="3087" grpId="0"/>
      <p:bldP spid="3088" grpId="0"/>
      <p:bldP spid="3090" grpId="0"/>
      <p:bldP spid="3091" grpId="0"/>
      <p:bldP spid="3095" grpId="0"/>
      <p:bldP spid="3096" grpId="0"/>
      <p:bldP spid="3098" grpId="0"/>
      <p:bldP spid="309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58C99-9A30-05B3-3EF9-2950DB2040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5A9DB803-4D67-12AA-C39F-B5DE831E477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22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678DA9EF-D9EB-2464-88CB-2D0F085E3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45FCF810-6C07-E5FC-FE86-D59CCA013DA9}"/>
              </a:ext>
            </a:extLst>
          </p:cNvPr>
          <p:cNvCxnSpPr>
            <a:cxnSpLocks/>
          </p:cNvCxnSpPr>
          <p:nvPr/>
        </p:nvCxnSpPr>
        <p:spPr>
          <a:xfrm>
            <a:off x="196850" y="602128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FE075B41-CA01-A92F-E69A-9AA1077B6B92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22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F38C9EFE-4E0F-9A78-BB0E-B1A7F3E58C67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33E8C9B5-9CEB-971E-28EB-2F24D7A35A4B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Ejemplo: Ruta Crítica</a:t>
            </a:r>
          </a:p>
        </p:txBody>
      </p:sp>
      <p:grpSp>
        <p:nvGrpSpPr>
          <p:cNvPr id="3" name="Group 88">
            <a:extLst>
              <a:ext uri="{FF2B5EF4-FFF2-40B4-BE49-F238E27FC236}">
                <a16:creationId xmlns:a16="http://schemas.microsoft.com/office/drawing/2014/main" id="{0EF1936D-4026-CBBC-A382-CD0F546C6FDC}"/>
              </a:ext>
            </a:extLst>
          </p:cNvPr>
          <p:cNvGrpSpPr>
            <a:grpSpLocks/>
          </p:cNvGrpSpPr>
          <p:nvPr/>
        </p:nvGrpSpPr>
        <p:grpSpPr bwMode="auto">
          <a:xfrm>
            <a:off x="107950" y="1125538"/>
            <a:ext cx="8424863" cy="4956175"/>
            <a:chOff x="385" y="857"/>
            <a:chExt cx="5307" cy="3122"/>
          </a:xfrm>
        </p:grpSpPr>
        <p:grpSp>
          <p:nvGrpSpPr>
            <p:cNvPr id="4" name="Group 4">
              <a:extLst>
                <a:ext uri="{FF2B5EF4-FFF2-40B4-BE49-F238E27FC236}">
                  <a16:creationId xmlns:a16="http://schemas.microsoft.com/office/drawing/2014/main" id="{A45951CE-EC33-8A70-BFE9-03596E9D86C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93" y="1706"/>
              <a:ext cx="453" cy="453"/>
              <a:chOff x="295" y="981"/>
              <a:chExt cx="453" cy="453"/>
            </a:xfrm>
          </p:grpSpPr>
          <p:sp>
            <p:nvSpPr>
              <p:cNvPr id="3088" name="Line 5">
                <a:extLst>
                  <a:ext uri="{FF2B5EF4-FFF2-40B4-BE49-F238E27FC236}">
                    <a16:creationId xmlns:a16="http://schemas.microsoft.com/office/drawing/2014/main" id="{8397F63D-A1E8-10B8-2BA7-6998886C12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1" y="981"/>
                <a:ext cx="0" cy="453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  <p:sp>
            <p:nvSpPr>
              <p:cNvPr id="3089" name="Line 6">
                <a:extLst>
                  <a:ext uri="{FF2B5EF4-FFF2-40B4-BE49-F238E27FC236}">
                    <a16:creationId xmlns:a16="http://schemas.microsoft.com/office/drawing/2014/main" id="{6EBE10E3-C66F-AECB-3596-D02CBB7D10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" y="1207"/>
                <a:ext cx="453" cy="0"/>
              </a:xfrm>
              <a:prstGeom prst="line">
                <a:avLst/>
              </a:prstGeom>
              <a:noFill/>
              <a:ln w="12700" cap="sq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es-MX"/>
              </a:p>
            </p:txBody>
          </p:sp>
        </p:grpSp>
        <p:grpSp>
          <p:nvGrpSpPr>
            <p:cNvPr id="6" name="Group 7">
              <a:extLst>
                <a:ext uri="{FF2B5EF4-FFF2-40B4-BE49-F238E27FC236}">
                  <a16:creationId xmlns:a16="http://schemas.microsoft.com/office/drawing/2014/main" id="{71D2FCF4-DAF1-2E26-07D6-400A9CF6DB5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5" y="857"/>
              <a:ext cx="5184" cy="3117"/>
              <a:chOff x="424" y="721"/>
              <a:chExt cx="5184" cy="3117"/>
            </a:xfrm>
          </p:grpSpPr>
          <p:grpSp>
            <p:nvGrpSpPr>
              <p:cNvPr id="24" name="Group 8">
                <a:extLst>
                  <a:ext uri="{FF2B5EF4-FFF2-40B4-BE49-F238E27FC236}">
                    <a16:creationId xmlns:a16="http://schemas.microsoft.com/office/drawing/2014/main" id="{F8892F94-0AB4-3049-784B-11486060EB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24" y="1067"/>
                <a:ext cx="5184" cy="2429"/>
                <a:chOff x="288" y="931"/>
                <a:chExt cx="5184" cy="2429"/>
              </a:xfrm>
            </p:grpSpPr>
            <p:sp>
              <p:nvSpPr>
                <p:cNvPr id="56" name="Oval 9">
                  <a:extLst>
                    <a:ext uri="{FF2B5EF4-FFF2-40B4-BE49-F238E27FC236}">
                      <a16:creationId xmlns:a16="http://schemas.microsoft.com/office/drawing/2014/main" id="{0C22888D-E02F-E3ED-541E-CC2FA2B759C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" y="2016"/>
                  <a:ext cx="528" cy="480"/>
                </a:xfrm>
                <a:prstGeom prst="ellipse">
                  <a:avLst/>
                </a:prstGeom>
                <a:solidFill>
                  <a:srgbClr val="FFC000"/>
                </a:solidFill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s-ES_tradnl" altLang="es-MX" sz="2400">
                      <a:latin typeface="Times New Roman" panose="02020603050405020304" pitchFamily="18" charset="0"/>
                    </a:rPr>
                    <a:t>Inicio</a:t>
                  </a:r>
                </a:p>
              </p:txBody>
            </p:sp>
            <p:sp>
              <p:nvSpPr>
                <p:cNvPr id="57" name="Oval 10">
                  <a:extLst>
                    <a:ext uri="{FF2B5EF4-FFF2-40B4-BE49-F238E27FC236}">
                      <a16:creationId xmlns:a16="http://schemas.microsoft.com/office/drawing/2014/main" id="{328FFEC8-92C9-8D74-E855-28A61B84EE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248" y="2064"/>
                  <a:ext cx="480" cy="384"/>
                </a:xfrm>
                <a:prstGeom prst="ellipse">
                  <a:avLst/>
                </a:prstGeom>
                <a:solidFill>
                  <a:srgbClr val="FFC000"/>
                </a:solidFill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s-ES_tradnl" altLang="es-MX" sz="2400">
                      <a:latin typeface="Times New Roman" panose="02020603050405020304" pitchFamily="18" charset="0"/>
                    </a:rPr>
                    <a:t>A</a:t>
                  </a:r>
                </a:p>
              </p:txBody>
            </p:sp>
            <p:sp>
              <p:nvSpPr>
                <p:cNvPr id="58" name="Oval 11">
                  <a:extLst>
                    <a:ext uri="{FF2B5EF4-FFF2-40B4-BE49-F238E27FC236}">
                      <a16:creationId xmlns:a16="http://schemas.microsoft.com/office/drawing/2014/main" id="{F9D816F5-9E6C-A011-D902-AD577DDC9D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4" y="1152"/>
                  <a:ext cx="480" cy="384"/>
                </a:xfrm>
                <a:prstGeom prst="ellipse">
                  <a:avLst/>
                </a:prstGeom>
                <a:solidFill>
                  <a:srgbClr val="FFC000"/>
                </a:solidFill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s-ES_tradnl" altLang="es-MX" sz="2400">
                      <a:latin typeface="Times New Roman" panose="02020603050405020304" pitchFamily="18" charset="0"/>
                    </a:rPr>
                    <a:t>B</a:t>
                  </a:r>
                </a:p>
              </p:txBody>
            </p:sp>
            <p:sp>
              <p:nvSpPr>
                <p:cNvPr id="59" name="Oval 12">
                  <a:extLst>
                    <a:ext uri="{FF2B5EF4-FFF2-40B4-BE49-F238E27FC236}">
                      <a16:creationId xmlns:a16="http://schemas.microsoft.com/office/drawing/2014/main" id="{D9605AA0-0641-ED52-25F0-555E879E6C0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4" y="2064"/>
                  <a:ext cx="480" cy="384"/>
                </a:xfrm>
                <a:prstGeom prst="ellipse">
                  <a:avLst/>
                </a:prstGeom>
                <a:solidFill>
                  <a:srgbClr val="FFC000"/>
                </a:solidFill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s-ES_tradnl" altLang="es-MX" sz="2400">
                      <a:latin typeface="Times New Roman" panose="02020603050405020304" pitchFamily="18" charset="0"/>
                    </a:rPr>
                    <a:t>C</a:t>
                  </a:r>
                </a:p>
              </p:txBody>
            </p:sp>
            <p:sp>
              <p:nvSpPr>
                <p:cNvPr id="60" name="Oval 13">
                  <a:extLst>
                    <a:ext uri="{FF2B5EF4-FFF2-40B4-BE49-F238E27FC236}">
                      <a16:creationId xmlns:a16="http://schemas.microsoft.com/office/drawing/2014/main" id="{95169A57-527C-4167-FF2E-3E6D2847195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784" y="2976"/>
                  <a:ext cx="480" cy="384"/>
                </a:xfrm>
                <a:prstGeom prst="ellipse">
                  <a:avLst/>
                </a:prstGeom>
                <a:solidFill>
                  <a:srgbClr val="FFC000"/>
                </a:solidFill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s-ES_tradnl" altLang="es-MX" sz="2400">
                      <a:latin typeface="Times New Roman" panose="02020603050405020304" pitchFamily="18" charset="0"/>
                    </a:rPr>
                    <a:t>D</a:t>
                  </a:r>
                </a:p>
              </p:txBody>
            </p:sp>
            <p:sp>
              <p:nvSpPr>
                <p:cNvPr id="61" name="Oval 14">
                  <a:extLst>
                    <a:ext uri="{FF2B5EF4-FFF2-40B4-BE49-F238E27FC236}">
                      <a16:creationId xmlns:a16="http://schemas.microsoft.com/office/drawing/2014/main" id="{1B332D9C-C36E-DBCA-7CEA-2E4E705BE2D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28" y="2064"/>
                  <a:ext cx="480" cy="384"/>
                </a:xfrm>
                <a:prstGeom prst="ellipse">
                  <a:avLst/>
                </a:prstGeom>
                <a:solidFill>
                  <a:srgbClr val="FFC000"/>
                </a:solidFill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s-ES_tradnl" altLang="es-MX" sz="2400">
                      <a:latin typeface="Times New Roman" panose="02020603050405020304" pitchFamily="18" charset="0"/>
                    </a:rPr>
                    <a:t>E</a:t>
                  </a:r>
                </a:p>
              </p:txBody>
            </p:sp>
            <p:sp>
              <p:nvSpPr>
                <p:cNvPr id="62" name="Oval 15">
                  <a:extLst>
                    <a:ext uri="{FF2B5EF4-FFF2-40B4-BE49-F238E27FC236}">
                      <a16:creationId xmlns:a16="http://schemas.microsoft.com/office/drawing/2014/main" id="{DF388177-26C2-8B98-8588-F57E289ACC7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992" y="2064"/>
                  <a:ext cx="480" cy="384"/>
                </a:xfrm>
                <a:prstGeom prst="ellipse">
                  <a:avLst/>
                </a:prstGeom>
                <a:solidFill>
                  <a:srgbClr val="FFC000"/>
                </a:solidFill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algn="ctr" eaLnBrk="0" hangingPunct="0"/>
                  <a:r>
                    <a:rPr lang="es-ES_tradnl" altLang="es-MX" sz="2400">
                      <a:latin typeface="Times New Roman" panose="02020603050405020304" pitchFamily="18" charset="0"/>
                    </a:rPr>
                    <a:t>Fin</a:t>
                  </a:r>
                </a:p>
              </p:txBody>
            </p:sp>
            <p:sp>
              <p:nvSpPr>
                <p:cNvPr id="63" name="Line 16">
                  <a:extLst>
                    <a:ext uri="{FF2B5EF4-FFF2-40B4-BE49-F238E27FC236}">
                      <a16:creationId xmlns:a16="http://schemas.microsoft.com/office/drawing/2014/main" id="{BFB2C302-01B5-5BBD-C4FE-83C2C6C1888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816" y="2256"/>
                  <a:ext cx="432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MX"/>
                </a:p>
              </p:txBody>
            </p:sp>
            <p:sp>
              <p:nvSpPr>
                <p:cNvPr id="3072" name="Line 17">
                  <a:extLst>
                    <a:ext uri="{FF2B5EF4-FFF2-40B4-BE49-F238E27FC236}">
                      <a16:creationId xmlns:a16="http://schemas.microsoft.com/office/drawing/2014/main" id="{CE89D614-061D-B1D8-A3B0-5B967B9D56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1728" y="1488"/>
                  <a:ext cx="1104" cy="76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MX"/>
                </a:p>
              </p:txBody>
            </p:sp>
            <p:sp>
              <p:nvSpPr>
                <p:cNvPr id="3073" name="Line 18">
                  <a:extLst>
                    <a:ext uri="{FF2B5EF4-FFF2-40B4-BE49-F238E27FC236}">
                      <a16:creationId xmlns:a16="http://schemas.microsoft.com/office/drawing/2014/main" id="{6688AD54-41BD-2869-EC1D-793F2537F4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76" y="2256"/>
                  <a:ext cx="1008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MX"/>
                </a:p>
              </p:txBody>
            </p:sp>
            <p:sp>
              <p:nvSpPr>
                <p:cNvPr id="3074" name="Line 19">
                  <a:extLst>
                    <a:ext uri="{FF2B5EF4-FFF2-40B4-BE49-F238E27FC236}">
                      <a16:creationId xmlns:a16="http://schemas.microsoft.com/office/drawing/2014/main" id="{35E35AA6-02DF-01B0-C402-01A2FDCBBEB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28" y="2304"/>
                  <a:ext cx="1104" cy="768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MX"/>
                </a:p>
              </p:txBody>
            </p:sp>
            <p:sp>
              <p:nvSpPr>
                <p:cNvPr id="3075" name="Line 20">
                  <a:extLst>
                    <a:ext uri="{FF2B5EF4-FFF2-40B4-BE49-F238E27FC236}">
                      <a16:creationId xmlns:a16="http://schemas.microsoft.com/office/drawing/2014/main" id="{C11631CC-FD1B-5CFD-4695-BF2430710FF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64" y="2256"/>
                  <a:ext cx="86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MX"/>
                </a:p>
              </p:txBody>
            </p:sp>
            <p:sp>
              <p:nvSpPr>
                <p:cNvPr id="3078" name="Line 21">
                  <a:extLst>
                    <a:ext uri="{FF2B5EF4-FFF2-40B4-BE49-F238E27FC236}">
                      <a16:creationId xmlns:a16="http://schemas.microsoft.com/office/drawing/2014/main" id="{A85B2CF4-9DDE-9DE3-BEA0-7E7A1CB2A2A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64" y="1392"/>
                  <a:ext cx="912" cy="72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MX"/>
                </a:p>
              </p:txBody>
            </p:sp>
            <p:sp>
              <p:nvSpPr>
                <p:cNvPr id="3079" name="Line 22">
                  <a:extLst>
                    <a:ext uri="{FF2B5EF4-FFF2-40B4-BE49-F238E27FC236}">
                      <a16:creationId xmlns:a16="http://schemas.microsoft.com/office/drawing/2014/main" id="{5BB113AB-CEF8-C244-A1D9-8D5183F4FBF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08" y="2256"/>
                  <a:ext cx="384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MX"/>
                </a:p>
              </p:txBody>
            </p:sp>
            <p:sp>
              <p:nvSpPr>
                <p:cNvPr id="3080" name="Line 23">
                  <a:extLst>
                    <a:ext uri="{FF2B5EF4-FFF2-40B4-BE49-F238E27FC236}">
                      <a16:creationId xmlns:a16="http://schemas.microsoft.com/office/drawing/2014/main" id="{9A0B7A46-EE75-3CFA-AD45-ABF3AEB7B83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3264" y="2352"/>
                  <a:ext cx="1776" cy="816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es-MX"/>
                </a:p>
              </p:txBody>
            </p:sp>
            <p:sp>
              <p:nvSpPr>
                <p:cNvPr id="3081" name="Text Box 24">
                  <a:extLst>
                    <a:ext uri="{FF2B5EF4-FFF2-40B4-BE49-F238E27FC236}">
                      <a16:creationId xmlns:a16="http://schemas.microsoft.com/office/drawing/2014/main" id="{4A5CFA0A-0B37-B6C0-720C-2DBC3E9C7DE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61" y="1797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s-ES" altLang="es-MX"/>
                    <a:t>0</a:t>
                  </a:r>
                </a:p>
              </p:txBody>
            </p:sp>
            <p:sp>
              <p:nvSpPr>
                <p:cNvPr id="3082" name="Text Box 25">
                  <a:extLst>
                    <a:ext uri="{FF2B5EF4-FFF2-40B4-BE49-F238E27FC236}">
                      <a16:creationId xmlns:a16="http://schemas.microsoft.com/office/drawing/2014/main" id="{D2EB806D-7296-F3D2-651B-DE9C465C58BE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1383" y="1855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s-ES" altLang="es-MX"/>
                    <a:t>4</a:t>
                  </a:r>
                </a:p>
              </p:txBody>
            </p:sp>
            <p:sp>
              <p:nvSpPr>
                <p:cNvPr id="3083" name="Text Box 26">
                  <a:extLst>
                    <a:ext uri="{FF2B5EF4-FFF2-40B4-BE49-F238E27FC236}">
                      <a16:creationId xmlns:a16="http://schemas.microsoft.com/office/drawing/2014/main" id="{91A2C2F7-4997-65A6-13BA-D49740CB723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5" y="931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s-ES" altLang="es-MX"/>
                    <a:t>2</a:t>
                  </a:r>
                </a:p>
              </p:txBody>
            </p:sp>
            <p:sp>
              <p:nvSpPr>
                <p:cNvPr id="3084" name="Text Box 27">
                  <a:extLst>
                    <a:ext uri="{FF2B5EF4-FFF2-40B4-BE49-F238E27FC236}">
                      <a16:creationId xmlns:a16="http://schemas.microsoft.com/office/drawing/2014/main" id="{73EB92C6-C8F3-4FDA-A7D0-537C0EEDF38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5" y="1838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s-ES" altLang="es-MX"/>
                    <a:t>3</a:t>
                  </a:r>
                </a:p>
              </p:txBody>
            </p:sp>
            <p:sp>
              <p:nvSpPr>
                <p:cNvPr id="3085" name="Text Box 28">
                  <a:extLst>
                    <a:ext uri="{FF2B5EF4-FFF2-40B4-BE49-F238E27FC236}">
                      <a16:creationId xmlns:a16="http://schemas.microsoft.com/office/drawing/2014/main" id="{160A3F34-CBAA-3DEC-F062-0EFE764E8252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925" y="2750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s-ES" altLang="es-MX"/>
                    <a:t>1</a:t>
                  </a:r>
                </a:p>
              </p:txBody>
            </p:sp>
            <p:sp>
              <p:nvSpPr>
                <p:cNvPr id="3086" name="Text Box 29">
                  <a:extLst>
                    <a:ext uri="{FF2B5EF4-FFF2-40B4-BE49-F238E27FC236}">
                      <a16:creationId xmlns:a16="http://schemas.microsoft.com/office/drawing/2014/main" id="{44C7BCED-FB3A-DACC-D804-30F49083A1BF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72" y="1838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s-ES" altLang="es-MX"/>
                    <a:t>5</a:t>
                  </a:r>
                </a:p>
              </p:txBody>
            </p:sp>
            <p:sp>
              <p:nvSpPr>
                <p:cNvPr id="3087" name="Text Box 30">
                  <a:extLst>
                    <a:ext uri="{FF2B5EF4-FFF2-40B4-BE49-F238E27FC236}">
                      <a16:creationId xmlns:a16="http://schemas.microsoft.com/office/drawing/2014/main" id="{C72DD86E-C9B7-ED06-CE0E-A8BA9209831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5135" y="1855"/>
                  <a:ext cx="196" cy="231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cap="sq">
                      <a:solidFill>
                        <a:schemeClr val="tx1"/>
                      </a:solidFill>
                      <a:miter lim="800000"/>
                      <a:headEnd type="none" w="sm" len="sm"/>
                      <a:tailEnd type="none" w="sm" len="sm"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>
                  <a:spAutoFit/>
                </a:bodyPr>
                <a:lstStyle/>
                <a:p>
                  <a:r>
                    <a:rPr lang="es-ES" altLang="es-MX"/>
                    <a:t>0</a:t>
                  </a:r>
                </a:p>
              </p:txBody>
            </p:sp>
          </p:grpSp>
          <p:grpSp>
            <p:nvGrpSpPr>
              <p:cNvPr id="25" name="Group 31">
                <a:extLst>
                  <a:ext uri="{FF2B5EF4-FFF2-40B4-BE49-F238E27FC236}">
                    <a16:creationId xmlns:a16="http://schemas.microsoft.com/office/drawing/2014/main" id="{E6E5E0EB-7463-F29C-58B1-0AC09B4B290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6" y="1480"/>
                <a:ext cx="453" cy="453"/>
                <a:chOff x="295" y="981"/>
                <a:chExt cx="453" cy="453"/>
              </a:xfrm>
            </p:grpSpPr>
            <p:sp>
              <p:nvSpPr>
                <p:cNvPr id="54" name="Line 32">
                  <a:extLst>
                    <a:ext uri="{FF2B5EF4-FFF2-40B4-BE49-F238E27FC236}">
                      <a16:creationId xmlns:a16="http://schemas.microsoft.com/office/drawing/2014/main" id="{70304D7E-F640-DA5F-914D-7D9307AC360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1" y="981"/>
                  <a:ext cx="0" cy="453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55" name="Line 33">
                  <a:extLst>
                    <a:ext uri="{FF2B5EF4-FFF2-40B4-BE49-F238E27FC236}">
                      <a16:creationId xmlns:a16="http://schemas.microsoft.com/office/drawing/2014/main" id="{198ECF0C-3AD0-7AA6-165C-3F893B6CFE4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5" y="1207"/>
                  <a:ext cx="453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MX"/>
                </a:p>
              </p:txBody>
            </p:sp>
          </p:grpSp>
          <p:grpSp>
            <p:nvGrpSpPr>
              <p:cNvPr id="26" name="Group 34">
                <a:extLst>
                  <a:ext uri="{FF2B5EF4-FFF2-40B4-BE49-F238E27FC236}">
                    <a16:creationId xmlns:a16="http://schemas.microsoft.com/office/drawing/2014/main" id="{9D4DD98D-6FC9-80A2-272A-391D6121BB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384" y="1480"/>
                <a:ext cx="453" cy="453"/>
                <a:chOff x="295" y="981"/>
                <a:chExt cx="453" cy="453"/>
              </a:xfrm>
            </p:grpSpPr>
            <p:sp>
              <p:nvSpPr>
                <p:cNvPr id="52" name="Line 35">
                  <a:extLst>
                    <a:ext uri="{FF2B5EF4-FFF2-40B4-BE49-F238E27FC236}">
                      <a16:creationId xmlns:a16="http://schemas.microsoft.com/office/drawing/2014/main" id="{688547DE-BDCA-EBD6-8744-E0FA5E4808B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1" y="981"/>
                  <a:ext cx="0" cy="453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53" name="Line 36">
                  <a:extLst>
                    <a:ext uri="{FF2B5EF4-FFF2-40B4-BE49-F238E27FC236}">
                      <a16:creationId xmlns:a16="http://schemas.microsoft.com/office/drawing/2014/main" id="{57651347-2E1C-6607-3158-EDA86ADF816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5" y="1207"/>
                  <a:ext cx="453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MX"/>
                </a:p>
              </p:txBody>
            </p:sp>
          </p:grpSp>
          <p:grpSp>
            <p:nvGrpSpPr>
              <p:cNvPr id="27" name="Group 37">
                <a:extLst>
                  <a:ext uri="{FF2B5EF4-FFF2-40B4-BE49-F238E27FC236}">
                    <a16:creationId xmlns:a16="http://schemas.microsoft.com/office/drawing/2014/main" id="{0A3F0FAC-92CB-B18D-6C6D-118D3483AC3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43" y="754"/>
                <a:ext cx="453" cy="453"/>
                <a:chOff x="295" y="981"/>
                <a:chExt cx="453" cy="453"/>
              </a:xfrm>
            </p:grpSpPr>
            <p:sp>
              <p:nvSpPr>
                <p:cNvPr id="50" name="Line 38">
                  <a:extLst>
                    <a:ext uri="{FF2B5EF4-FFF2-40B4-BE49-F238E27FC236}">
                      <a16:creationId xmlns:a16="http://schemas.microsoft.com/office/drawing/2014/main" id="{1E017570-FD29-4E51-C5AD-E2F73565D12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1" y="981"/>
                  <a:ext cx="0" cy="453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51" name="Line 39">
                  <a:extLst>
                    <a:ext uri="{FF2B5EF4-FFF2-40B4-BE49-F238E27FC236}">
                      <a16:creationId xmlns:a16="http://schemas.microsoft.com/office/drawing/2014/main" id="{9C1958CA-82D4-2F3A-B7BD-4910BB26570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5" y="1207"/>
                  <a:ext cx="453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MX"/>
                </a:p>
              </p:txBody>
            </p:sp>
          </p:grpSp>
          <p:grpSp>
            <p:nvGrpSpPr>
              <p:cNvPr id="28" name="Group 40">
                <a:extLst>
                  <a:ext uri="{FF2B5EF4-FFF2-40B4-BE49-F238E27FC236}">
                    <a16:creationId xmlns:a16="http://schemas.microsoft.com/office/drawing/2014/main" id="{C8498E84-3B56-37CA-3499-CB2F601DC4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88" y="1888"/>
                <a:ext cx="453" cy="453"/>
                <a:chOff x="295" y="981"/>
                <a:chExt cx="453" cy="453"/>
              </a:xfrm>
            </p:grpSpPr>
            <p:sp>
              <p:nvSpPr>
                <p:cNvPr id="48" name="Line 41">
                  <a:extLst>
                    <a:ext uri="{FF2B5EF4-FFF2-40B4-BE49-F238E27FC236}">
                      <a16:creationId xmlns:a16="http://schemas.microsoft.com/office/drawing/2014/main" id="{947D5255-B421-6893-ACFE-33354BE1067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1" y="981"/>
                  <a:ext cx="0" cy="453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49" name="Line 42">
                  <a:extLst>
                    <a:ext uri="{FF2B5EF4-FFF2-40B4-BE49-F238E27FC236}">
                      <a16:creationId xmlns:a16="http://schemas.microsoft.com/office/drawing/2014/main" id="{7607A000-4E40-1322-F028-F85AA077F2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5" y="1207"/>
                  <a:ext cx="453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MX"/>
                </a:p>
              </p:txBody>
            </p:sp>
          </p:grpSp>
          <p:grpSp>
            <p:nvGrpSpPr>
              <p:cNvPr id="29" name="Group 43">
                <a:extLst>
                  <a:ext uri="{FF2B5EF4-FFF2-40B4-BE49-F238E27FC236}">
                    <a16:creationId xmlns:a16="http://schemas.microsoft.com/office/drawing/2014/main" id="{C0DA9F65-0942-CAEF-1451-964EE652F2C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379" y="3385"/>
                <a:ext cx="453" cy="453"/>
                <a:chOff x="295" y="981"/>
                <a:chExt cx="453" cy="453"/>
              </a:xfrm>
            </p:grpSpPr>
            <p:sp>
              <p:nvSpPr>
                <p:cNvPr id="46" name="Line 44">
                  <a:extLst>
                    <a:ext uri="{FF2B5EF4-FFF2-40B4-BE49-F238E27FC236}">
                      <a16:creationId xmlns:a16="http://schemas.microsoft.com/office/drawing/2014/main" id="{EF228A79-DF6B-0ACC-998F-041E1B8A3FD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1" y="981"/>
                  <a:ext cx="0" cy="453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47" name="Line 45">
                  <a:extLst>
                    <a:ext uri="{FF2B5EF4-FFF2-40B4-BE49-F238E27FC236}">
                      <a16:creationId xmlns:a16="http://schemas.microsoft.com/office/drawing/2014/main" id="{BE406CDB-4325-6E3D-8322-BEEAD4FA3E0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5" y="1207"/>
                  <a:ext cx="453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MX"/>
                </a:p>
              </p:txBody>
            </p:sp>
          </p:grpSp>
          <p:grpSp>
            <p:nvGrpSpPr>
              <p:cNvPr id="30" name="Group 46">
                <a:extLst>
                  <a:ext uri="{FF2B5EF4-FFF2-40B4-BE49-F238E27FC236}">
                    <a16:creationId xmlns:a16="http://schemas.microsoft.com/office/drawing/2014/main" id="{CB489A82-279F-9271-D43C-D605C78FCD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422" y="1570"/>
                <a:ext cx="453" cy="453"/>
                <a:chOff x="295" y="981"/>
                <a:chExt cx="453" cy="453"/>
              </a:xfrm>
            </p:grpSpPr>
            <p:sp>
              <p:nvSpPr>
                <p:cNvPr id="44" name="Line 47">
                  <a:extLst>
                    <a:ext uri="{FF2B5EF4-FFF2-40B4-BE49-F238E27FC236}">
                      <a16:creationId xmlns:a16="http://schemas.microsoft.com/office/drawing/2014/main" id="{BDFD2B07-4FCB-29B1-5977-EBCF76743C8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21" y="981"/>
                  <a:ext cx="0" cy="453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MX"/>
                </a:p>
              </p:txBody>
            </p:sp>
            <p:sp>
              <p:nvSpPr>
                <p:cNvPr id="45" name="Line 48">
                  <a:extLst>
                    <a:ext uri="{FF2B5EF4-FFF2-40B4-BE49-F238E27FC236}">
                      <a16:creationId xmlns:a16="http://schemas.microsoft.com/office/drawing/2014/main" id="{74273081-7272-1661-38C6-E065AC195AE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5" y="1207"/>
                  <a:ext cx="453" cy="0"/>
                </a:xfrm>
                <a:prstGeom prst="line">
                  <a:avLst/>
                </a:prstGeom>
                <a:noFill/>
                <a:ln w="12700" cap="sq">
                  <a:solidFill>
                    <a:schemeClr val="tx1"/>
                  </a:solidFill>
                  <a:round/>
                  <a:headEnd type="none" w="sm" len="sm"/>
                  <a:tailEnd type="none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s-MX"/>
                </a:p>
              </p:txBody>
            </p:sp>
          </p:grpSp>
          <p:sp>
            <p:nvSpPr>
              <p:cNvPr id="31" name="Text Box 49">
                <a:extLst>
                  <a:ext uri="{FF2B5EF4-FFF2-40B4-BE49-F238E27FC236}">
                    <a16:creationId xmlns:a16="http://schemas.microsoft.com/office/drawing/2014/main" id="{B9839A11-9668-32EB-1C9C-A96CDD1F5D4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" y="144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0</a:t>
                </a:r>
              </a:p>
            </p:txBody>
          </p:sp>
          <p:sp>
            <p:nvSpPr>
              <p:cNvPr id="32" name="Text Box 50">
                <a:extLst>
                  <a:ext uri="{FF2B5EF4-FFF2-40B4-BE49-F238E27FC236}">
                    <a16:creationId xmlns:a16="http://schemas.microsoft.com/office/drawing/2014/main" id="{188B4662-A103-59CD-24C0-1F6988CDF79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5" y="144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0</a:t>
                </a:r>
              </a:p>
            </p:txBody>
          </p:sp>
          <p:sp>
            <p:nvSpPr>
              <p:cNvPr id="33" name="Text Box 51">
                <a:extLst>
                  <a:ext uri="{FF2B5EF4-FFF2-40B4-BE49-F238E27FC236}">
                    <a16:creationId xmlns:a16="http://schemas.microsoft.com/office/drawing/2014/main" id="{2942C60D-BACB-CE15-733E-3EFF29BA2A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70" y="144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0</a:t>
                </a:r>
              </a:p>
            </p:txBody>
          </p:sp>
          <p:sp>
            <p:nvSpPr>
              <p:cNvPr id="34" name="Text Box 52">
                <a:extLst>
                  <a:ext uri="{FF2B5EF4-FFF2-40B4-BE49-F238E27FC236}">
                    <a16:creationId xmlns:a16="http://schemas.microsoft.com/office/drawing/2014/main" id="{97E76738-A970-A33C-5A24-5AADB2EAB01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597" y="144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4</a:t>
                </a:r>
              </a:p>
            </p:txBody>
          </p:sp>
          <p:sp>
            <p:nvSpPr>
              <p:cNvPr id="35" name="Text Box 53">
                <a:extLst>
                  <a:ext uri="{FF2B5EF4-FFF2-40B4-BE49-F238E27FC236}">
                    <a16:creationId xmlns:a16="http://schemas.microsoft.com/office/drawing/2014/main" id="{A3D142A0-CD23-0B06-6A43-E9DC95A939F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76" y="72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4</a:t>
                </a:r>
              </a:p>
            </p:txBody>
          </p:sp>
          <p:sp>
            <p:nvSpPr>
              <p:cNvPr id="36" name="Text Box 54">
                <a:extLst>
                  <a:ext uri="{FF2B5EF4-FFF2-40B4-BE49-F238E27FC236}">
                    <a16:creationId xmlns:a16="http://schemas.microsoft.com/office/drawing/2014/main" id="{19A46353-205A-72BC-D754-A7DDEB1ADC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2" y="721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6</a:t>
                </a:r>
              </a:p>
            </p:txBody>
          </p:sp>
          <p:sp>
            <p:nvSpPr>
              <p:cNvPr id="37" name="Text Box 55">
                <a:extLst>
                  <a:ext uri="{FF2B5EF4-FFF2-40B4-BE49-F238E27FC236}">
                    <a16:creationId xmlns:a16="http://schemas.microsoft.com/office/drawing/2014/main" id="{591BDAAD-6CC4-9726-66B5-3889E6E2F11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21" y="1855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4</a:t>
                </a:r>
              </a:p>
            </p:txBody>
          </p:sp>
          <p:sp>
            <p:nvSpPr>
              <p:cNvPr id="38" name="Text Box 56">
                <a:extLst>
                  <a:ext uri="{FF2B5EF4-FFF2-40B4-BE49-F238E27FC236}">
                    <a16:creationId xmlns:a16="http://schemas.microsoft.com/office/drawing/2014/main" id="{64AF900D-1DD3-753A-BCE1-00B0F320979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48" y="1855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7</a:t>
                </a:r>
              </a:p>
            </p:txBody>
          </p:sp>
          <p:sp>
            <p:nvSpPr>
              <p:cNvPr id="39" name="Text Box 57">
                <a:extLst>
                  <a:ext uri="{FF2B5EF4-FFF2-40B4-BE49-F238E27FC236}">
                    <a16:creationId xmlns:a16="http://schemas.microsoft.com/office/drawing/2014/main" id="{F41C2EF5-3CD3-28DE-5AEA-B75AAFF221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12" y="3352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 dirty="0"/>
                  <a:t>4</a:t>
                </a:r>
              </a:p>
            </p:txBody>
          </p:sp>
          <p:sp>
            <p:nvSpPr>
              <p:cNvPr id="40" name="Text Box 58">
                <a:extLst>
                  <a:ext uri="{FF2B5EF4-FFF2-40B4-BE49-F238E27FC236}">
                    <a16:creationId xmlns:a16="http://schemas.microsoft.com/office/drawing/2014/main" id="{A2FD5090-6373-86E1-3226-F4055DB111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38" y="3352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5</a:t>
                </a:r>
              </a:p>
            </p:txBody>
          </p:sp>
          <p:sp>
            <p:nvSpPr>
              <p:cNvPr id="41" name="Text Box 59">
                <a:extLst>
                  <a:ext uri="{FF2B5EF4-FFF2-40B4-BE49-F238E27FC236}">
                    <a16:creationId xmlns:a16="http://schemas.microsoft.com/office/drawing/2014/main" id="{7752C994-50BD-BF74-67E9-E285766E2C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10" y="1537"/>
                <a:ext cx="19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7</a:t>
                </a:r>
              </a:p>
            </p:txBody>
          </p:sp>
          <p:sp>
            <p:nvSpPr>
              <p:cNvPr id="42" name="Text Box 60">
                <a:extLst>
                  <a:ext uri="{FF2B5EF4-FFF2-40B4-BE49-F238E27FC236}">
                    <a16:creationId xmlns:a16="http://schemas.microsoft.com/office/drawing/2014/main" id="{158C2C70-EC41-7EE2-195F-C10F8BD139A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36" y="1537"/>
                <a:ext cx="2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12</a:t>
                </a:r>
              </a:p>
            </p:txBody>
          </p:sp>
          <p:sp>
            <p:nvSpPr>
              <p:cNvPr id="43" name="Text Box 61">
                <a:extLst>
                  <a:ext uri="{FF2B5EF4-FFF2-40B4-BE49-F238E27FC236}">
                    <a16:creationId xmlns:a16="http://schemas.microsoft.com/office/drawing/2014/main" id="{574122D1-CC2E-E8E7-6E31-E83062B077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93" y="1566"/>
                <a:ext cx="276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s-ES" altLang="es-MX"/>
                  <a:t>12</a:t>
                </a:r>
              </a:p>
            </p:txBody>
          </p:sp>
        </p:grpSp>
        <p:sp>
          <p:nvSpPr>
            <p:cNvPr id="7" name="Text Box 62">
              <a:extLst>
                <a:ext uri="{FF2B5EF4-FFF2-40B4-BE49-F238E27FC236}">
                  <a16:creationId xmlns:a16="http://schemas.microsoft.com/office/drawing/2014/main" id="{449C451A-92C4-BD20-3485-CA2FCB45A7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6" y="1702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12</a:t>
              </a:r>
            </a:p>
          </p:txBody>
        </p:sp>
        <p:sp>
          <p:nvSpPr>
            <p:cNvPr id="8" name="Text Box 66">
              <a:extLst>
                <a:ext uri="{FF2B5EF4-FFF2-40B4-BE49-F238E27FC236}">
                  <a16:creationId xmlns:a16="http://schemas.microsoft.com/office/drawing/2014/main" id="{B8D179A7-729B-5B7F-F2D1-187F1E3339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16" y="1978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12</a:t>
              </a:r>
            </a:p>
          </p:txBody>
        </p:sp>
        <p:sp>
          <p:nvSpPr>
            <p:cNvPr id="9" name="Text Box 67">
              <a:extLst>
                <a:ext uri="{FF2B5EF4-FFF2-40B4-BE49-F238E27FC236}">
                  <a16:creationId xmlns:a16="http://schemas.microsoft.com/office/drawing/2014/main" id="{DD7227BE-44E4-B7C5-90AD-4382C98C86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44" y="1978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12</a:t>
              </a:r>
            </a:p>
          </p:txBody>
        </p:sp>
        <p:sp>
          <p:nvSpPr>
            <p:cNvPr id="10" name="Text Box 70">
              <a:extLst>
                <a:ext uri="{FF2B5EF4-FFF2-40B4-BE49-F238E27FC236}">
                  <a16:creationId xmlns:a16="http://schemas.microsoft.com/office/drawing/2014/main" id="{56F2B415-B310-641C-EB20-F6D3EB55C8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6" y="3748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12</a:t>
              </a:r>
            </a:p>
          </p:txBody>
        </p:sp>
        <p:sp>
          <p:nvSpPr>
            <p:cNvPr id="12" name="Text Box 71">
              <a:extLst>
                <a:ext uri="{FF2B5EF4-FFF2-40B4-BE49-F238E27FC236}">
                  <a16:creationId xmlns:a16="http://schemas.microsoft.com/office/drawing/2014/main" id="{4499B15D-B30D-E76B-3F97-29FF1245CB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00" y="1933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12</a:t>
              </a:r>
            </a:p>
          </p:txBody>
        </p:sp>
        <p:sp>
          <p:nvSpPr>
            <p:cNvPr id="14" name="Text Box 72">
              <a:extLst>
                <a:ext uri="{FF2B5EF4-FFF2-40B4-BE49-F238E27FC236}">
                  <a16:creationId xmlns:a16="http://schemas.microsoft.com/office/drawing/2014/main" id="{3E507B15-1D1D-D718-9638-B58E3F5B85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77" y="1946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7</a:t>
              </a:r>
            </a:p>
          </p:txBody>
        </p:sp>
        <p:sp>
          <p:nvSpPr>
            <p:cNvPr id="15" name="Text Box 73">
              <a:extLst>
                <a:ext uri="{FF2B5EF4-FFF2-40B4-BE49-F238E27FC236}">
                  <a16:creationId xmlns:a16="http://schemas.microsoft.com/office/drawing/2014/main" id="{482D7C22-B53A-1D6F-4C67-07D6DE1DF5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3748"/>
              <a:ext cx="27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11</a:t>
              </a:r>
            </a:p>
          </p:txBody>
        </p:sp>
        <p:sp>
          <p:nvSpPr>
            <p:cNvPr id="16" name="Text Box 75">
              <a:extLst>
                <a:ext uri="{FF2B5EF4-FFF2-40B4-BE49-F238E27FC236}">
                  <a16:creationId xmlns:a16="http://schemas.microsoft.com/office/drawing/2014/main" id="{BC5D7D44-8F80-7E8B-FC95-5701548597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57" y="1129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7</a:t>
              </a:r>
            </a:p>
          </p:txBody>
        </p:sp>
        <p:sp>
          <p:nvSpPr>
            <p:cNvPr id="17" name="Text Box 76">
              <a:extLst>
                <a:ext uri="{FF2B5EF4-FFF2-40B4-BE49-F238E27FC236}">
                  <a16:creationId xmlns:a16="http://schemas.microsoft.com/office/drawing/2014/main" id="{C591715B-3247-CE77-0EF3-44D32945BD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28" y="1117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5</a:t>
              </a:r>
            </a:p>
          </p:txBody>
        </p:sp>
        <p:sp>
          <p:nvSpPr>
            <p:cNvPr id="18" name="Text Box 78">
              <a:extLst>
                <a:ext uri="{FF2B5EF4-FFF2-40B4-BE49-F238E27FC236}">
                  <a16:creationId xmlns:a16="http://schemas.microsoft.com/office/drawing/2014/main" id="{8892B880-94B4-9287-B2CE-3E37CA7D1E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" y="2263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7</a:t>
              </a:r>
            </a:p>
          </p:txBody>
        </p:sp>
        <p:sp>
          <p:nvSpPr>
            <p:cNvPr id="19" name="Text Box 79">
              <a:extLst>
                <a:ext uri="{FF2B5EF4-FFF2-40B4-BE49-F238E27FC236}">
                  <a16:creationId xmlns:a16="http://schemas.microsoft.com/office/drawing/2014/main" id="{5AF646EF-2920-43A0-1B49-7DCB8B3215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8" y="2251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4</a:t>
              </a:r>
            </a:p>
          </p:txBody>
        </p:sp>
        <p:sp>
          <p:nvSpPr>
            <p:cNvPr id="20" name="Text Box 83">
              <a:extLst>
                <a:ext uri="{FF2B5EF4-FFF2-40B4-BE49-F238E27FC236}">
                  <a16:creationId xmlns:a16="http://schemas.microsoft.com/office/drawing/2014/main" id="{4010ECBA-F3D8-C89D-5018-F6AA43F1BE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50" y="1842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4</a:t>
              </a:r>
            </a:p>
          </p:txBody>
        </p:sp>
        <p:sp>
          <p:nvSpPr>
            <p:cNvPr id="21" name="Text Box 84">
              <a:extLst>
                <a:ext uri="{FF2B5EF4-FFF2-40B4-BE49-F238E27FC236}">
                  <a16:creationId xmlns:a16="http://schemas.microsoft.com/office/drawing/2014/main" id="{8A655E89-6860-AB63-904C-567591BDC9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38" y="1855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0</a:t>
              </a:r>
            </a:p>
          </p:txBody>
        </p:sp>
        <p:sp>
          <p:nvSpPr>
            <p:cNvPr id="22" name="Text Box 86">
              <a:extLst>
                <a:ext uri="{FF2B5EF4-FFF2-40B4-BE49-F238E27FC236}">
                  <a16:creationId xmlns:a16="http://schemas.microsoft.com/office/drawing/2014/main" id="{90360DE1-FC3D-CE07-0F93-51B4CF53EA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" y="1888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0</a:t>
              </a:r>
            </a:p>
          </p:txBody>
        </p:sp>
        <p:sp>
          <p:nvSpPr>
            <p:cNvPr id="23" name="Text Box 87">
              <a:extLst>
                <a:ext uri="{FF2B5EF4-FFF2-40B4-BE49-F238E27FC236}">
                  <a16:creationId xmlns:a16="http://schemas.microsoft.com/office/drawing/2014/main" id="{5D9FD379-5CCD-0025-2A44-11D5E3DA1B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" y="1888"/>
              <a:ext cx="1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s-ES" altLang="es-MX"/>
                <a:t>0</a:t>
              </a:r>
            </a:p>
          </p:txBody>
        </p:sp>
      </p:grpSp>
      <p:sp>
        <p:nvSpPr>
          <p:cNvPr id="3090" name="Text Box 89">
            <a:extLst>
              <a:ext uri="{FF2B5EF4-FFF2-40B4-BE49-F238E27FC236}">
                <a16:creationId xmlns:a16="http://schemas.microsoft.com/office/drawing/2014/main" id="{50C491FE-FE20-8DEE-E2BF-CB5DC83BAA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40738" y="2655888"/>
            <a:ext cx="609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H=0</a:t>
            </a:r>
          </a:p>
        </p:txBody>
      </p:sp>
      <p:sp>
        <p:nvSpPr>
          <p:cNvPr id="3091" name="Text Box 90">
            <a:extLst>
              <a:ext uri="{FF2B5EF4-FFF2-40B4-BE49-F238E27FC236}">
                <a16:creationId xmlns:a16="http://schemas.microsoft.com/office/drawing/2014/main" id="{E4A52431-3073-9149-FE6D-183051D7DC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3350" y="2054225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H=0</a:t>
            </a:r>
          </a:p>
        </p:txBody>
      </p:sp>
      <p:sp>
        <p:nvSpPr>
          <p:cNvPr id="3092" name="Text Box 91">
            <a:extLst>
              <a:ext uri="{FF2B5EF4-FFF2-40B4-BE49-F238E27FC236}">
                <a16:creationId xmlns:a16="http://schemas.microsoft.com/office/drawing/2014/main" id="{4592FF79-9244-22F0-13BE-1A0E18F4F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5510213"/>
            <a:ext cx="609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H=7</a:t>
            </a:r>
          </a:p>
        </p:txBody>
      </p:sp>
      <p:sp>
        <p:nvSpPr>
          <p:cNvPr id="3093" name="Text Box 92">
            <a:extLst>
              <a:ext uri="{FF2B5EF4-FFF2-40B4-BE49-F238E27FC236}">
                <a16:creationId xmlns:a16="http://schemas.microsoft.com/office/drawing/2014/main" id="{71DB3096-10EB-9E27-F2CA-B5385F290A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7900" y="3854450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H=0</a:t>
            </a:r>
          </a:p>
        </p:txBody>
      </p:sp>
      <p:sp>
        <p:nvSpPr>
          <p:cNvPr id="3094" name="Text Box 93">
            <a:extLst>
              <a:ext uri="{FF2B5EF4-FFF2-40B4-BE49-F238E27FC236}">
                <a16:creationId xmlns:a16="http://schemas.microsoft.com/office/drawing/2014/main" id="{D9D5BA49-4103-4F43-7D1C-3BFB20661E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7800" y="1341438"/>
            <a:ext cx="60960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H=1</a:t>
            </a:r>
          </a:p>
        </p:txBody>
      </p:sp>
      <p:sp>
        <p:nvSpPr>
          <p:cNvPr id="3095" name="Text Box 94">
            <a:extLst>
              <a:ext uri="{FF2B5EF4-FFF2-40B4-BE49-F238E27FC236}">
                <a16:creationId xmlns:a16="http://schemas.microsoft.com/office/drawing/2014/main" id="{0E8FEBFA-45A7-0370-103E-0B054C4C952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6638" y="2492375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H=0</a:t>
            </a:r>
          </a:p>
        </p:txBody>
      </p:sp>
      <p:sp>
        <p:nvSpPr>
          <p:cNvPr id="3096" name="Text Box 95">
            <a:extLst>
              <a:ext uri="{FF2B5EF4-FFF2-40B4-BE49-F238E27FC236}">
                <a16:creationId xmlns:a16="http://schemas.microsoft.com/office/drawing/2014/main" id="{55EF2893-E594-F510-7E40-9CF97510EE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2492375"/>
            <a:ext cx="609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s-ES" altLang="es-MX"/>
              <a:t>H=0</a:t>
            </a:r>
          </a:p>
        </p:txBody>
      </p:sp>
      <p:pic>
        <p:nvPicPr>
          <p:cNvPr id="3097" name="Imagen 3096">
            <a:extLst>
              <a:ext uri="{FF2B5EF4-FFF2-40B4-BE49-F238E27FC236}">
                <a16:creationId xmlns:a16="http://schemas.microsoft.com/office/drawing/2014/main" id="{6B85BD09-E74C-8A1D-8CDF-34D543811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838" y="4470419"/>
            <a:ext cx="1165846" cy="1014378"/>
          </a:xfrm>
          <a:prstGeom prst="rect">
            <a:avLst/>
          </a:prstGeom>
        </p:spPr>
      </p:pic>
      <p:sp>
        <p:nvSpPr>
          <p:cNvPr id="3098" name="CuadroTexto 3097">
            <a:extLst>
              <a:ext uri="{FF2B5EF4-FFF2-40B4-BE49-F238E27FC236}">
                <a16:creationId xmlns:a16="http://schemas.microsoft.com/office/drawing/2014/main" id="{B73A650A-0195-30D0-90FD-ACEF990694D3}"/>
              </a:ext>
            </a:extLst>
          </p:cNvPr>
          <p:cNvSpPr txBox="1"/>
          <p:nvPr/>
        </p:nvSpPr>
        <p:spPr>
          <a:xfrm>
            <a:off x="529999" y="5507940"/>
            <a:ext cx="24096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H (Holgura) = LF - EF</a:t>
            </a:r>
          </a:p>
        </p:txBody>
      </p:sp>
    </p:spTree>
    <p:extLst>
      <p:ext uri="{BB962C8B-B14F-4D97-AF65-F5344CB8AC3E}">
        <p14:creationId xmlns:p14="http://schemas.microsoft.com/office/powerpoint/2010/main" val="1710787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90" grpId="0"/>
      <p:bldP spid="3091" grpId="0"/>
      <p:bldP spid="3092" grpId="0"/>
      <p:bldP spid="3093" grpId="0"/>
      <p:bldP spid="3094" grpId="0"/>
      <p:bldP spid="3095" grpId="0"/>
      <p:bldP spid="309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6DF2FD-B926-AA17-C48A-1DADFAFB5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05ACF93B-2C00-CA38-21F3-059B06789E4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23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2A618690-F881-8141-5E3F-D4562D4EEA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33E865A-ABC8-5F6C-11E2-63E687C0F430}"/>
              </a:ext>
            </a:extLst>
          </p:cNvPr>
          <p:cNvCxnSpPr>
            <a:cxnSpLocks/>
          </p:cNvCxnSpPr>
          <p:nvPr/>
        </p:nvCxnSpPr>
        <p:spPr>
          <a:xfrm>
            <a:off x="196850" y="602128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50CE41D7-3FEE-8851-C452-57C8CFDEA4EB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23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AA3E223B-84FF-9CD0-187F-CB66D62392DA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D1808015-A848-DA2F-C849-5D86E390D26F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 err="1">
                <a:solidFill>
                  <a:srgbClr val="0070C0"/>
                </a:solidFill>
              </a:rPr>
              <a:t>Analysis</a:t>
            </a:r>
            <a:endParaRPr lang="es-MX" sz="3500" dirty="0">
              <a:solidFill>
                <a:srgbClr val="0070C0"/>
              </a:solidFill>
            </a:endParaRPr>
          </a:p>
        </p:txBody>
      </p:sp>
      <p:sp>
        <p:nvSpPr>
          <p:cNvPr id="3100" name="CuadroTexto 3099">
            <a:extLst>
              <a:ext uri="{FF2B5EF4-FFF2-40B4-BE49-F238E27FC236}">
                <a16:creationId xmlns:a16="http://schemas.microsoft.com/office/drawing/2014/main" id="{0E2126AB-338F-1D59-E28A-CDA611478489}"/>
              </a:ext>
            </a:extLst>
          </p:cNvPr>
          <p:cNvSpPr txBox="1"/>
          <p:nvPr/>
        </p:nvSpPr>
        <p:spPr>
          <a:xfrm>
            <a:off x="755576" y="1772816"/>
            <a:ext cx="770485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What tasks compose the critical path?</a:t>
            </a:r>
          </a:p>
          <a:p>
            <a:endParaRPr lang="en-US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What is the maximum time in which activity D can start without delaying the project?</a:t>
            </a:r>
            <a:endParaRPr lang="es-MX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5151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B53A-2579-E4D9-A4AA-7C9580E71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747EBD5B-484E-EAB0-DD43-0ABBC2953B7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24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BEFD4951-95AD-7A74-5E6A-343C2467E5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5EE42CA-2BB7-D0CE-8535-1170D3E7B163}"/>
              </a:ext>
            </a:extLst>
          </p:cNvPr>
          <p:cNvCxnSpPr>
            <a:cxnSpLocks/>
          </p:cNvCxnSpPr>
          <p:nvPr/>
        </p:nvCxnSpPr>
        <p:spPr>
          <a:xfrm>
            <a:off x="196850" y="602128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17746BBA-CB33-E9B5-2C37-E0F20C69EDDF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24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8CA5C41C-BB59-1318-5F74-7C304981CDDA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A07BBF31-4B55-9C51-FF82-7C8BD50F7A2C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Método PERT</a:t>
            </a:r>
          </a:p>
        </p:txBody>
      </p:sp>
      <p:sp>
        <p:nvSpPr>
          <p:cNvPr id="3100" name="CuadroTexto 3099">
            <a:extLst>
              <a:ext uri="{FF2B5EF4-FFF2-40B4-BE49-F238E27FC236}">
                <a16:creationId xmlns:a16="http://schemas.microsoft.com/office/drawing/2014/main" id="{88AEF718-07BB-EEC3-00D6-D6C778B47D1A}"/>
              </a:ext>
            </a:extLst>
          </p:cNvPr>
          <p:cNvSpPr txBox="1"/>
          <p:nvPr/>
        </p:nvSpPr>
        <p:spPr>
          <a:xfrm>
            <a:off x="656072" y="1243112"/>
            <a:ext cx="770485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PERT stands for "Program Evaluation and Review Technique.“</a:t>
            </a:r>
          </a:p>
          <a:p>
            <a:pPr algn="just"/>
            <a:endParaRPr lang="es-MX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PERT diagram simulates the CPM diagram, the difference is that PERT estimates the duration of each of them.</a:t>
            </a:r>
            <a:endParaRPr lang="es-MX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7144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974D11-827B-8F3B-5A7E-E3BEEC54E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653F243A-4000-EAC2-21B4-103292EB44C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25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21012BD6-7A0A-DE7D-B5FC-D8365CC363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988630F7-2943-229A-FA10-B0EAA91273CE}"/>
              </a:ext>
            </a:extLst>
          </p:cNvPr>
          <p:cNvCxnSpPr>
            <a:cxnSpLocks/>
          </p:cNvCxnSpPr>
          <p:nvPr/>
        </p:nvCxnSpPr>
        <p:spPr>
          <a:xfrm>
            <a:off x="196850" y="602128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162FA1DE-29A2-402D-60CB-15513F5E90C2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25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8D9B5452-DD6A-5095-D54E-7C8C0988A1B2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549C2B25-5055-F7D9-5BC0-9EEC2814252C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Método PERT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DDE98A07-471A-467C-3CFD-F948A52B96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9641" y="1412776"/>
            <a:ext cx="5604718" cy="371060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08A7489-7619-6041-F4DD-C46E133B70B1}"/>
              </a:ext>
            </a:extLst>
          </p:cNvPr>
          <p:cNvSpPr txBox="1"/>
          <p:nvPr/>
        </p:nvSpPr>
        <p:spPr>
          <a:xfrm>
            <a:off x="4522445" y="5517232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MX" dirty="0"/>
              <a:t>CPM</a:t>
            </a: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B9D24248-2146-A27E-6424-6A445EFC12DF}"/>
              </a:ext>
            </a:extLst>
          </p:cNvPr>
          <p:cNvCxnSpPr>
            <a:cxnSpLocks/>
          </p:cNvCxnSpPr>
          <p:nvPr/>
        </p:nvCxnSpPr>
        <p:spPr>
          <a:xfrm flipV="1">
            <a:off x="5364088" y="5229200"/>
            <a:ext cx="576064" cy="472698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3202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3905F-30FC-B805-D1D1-A873553FD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221FC8A5-60AF-0D64-AF34-8C66792D5EA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26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D6FA4CF0-BBF0-E71C-A388-F9B40745C4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BF71913F-38C7-AD38-9A75-83AA1AB4786A}"/>
              </a:ext>
            </a:extLst>
          </p:cNvPr>
          <p:cNvCxnSpPr>
            <a:cxnSpLocks/>
          </p:cNvCxnSpPr>
          <p:nvPr/>
        </p:nvCxnSpPr>
        <p:spPr>
          <a:xfrm>
            <a:off x="196850" y="602128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94D2CB9D-262A-DBC0-6BDE-B456411B05F0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26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4F6B595A-4C35-BD09-5A50-E84371A8E429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B5A439D-AE60-C2B7-1938-1249D1C437C6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Método PERT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A1AE5B-7C8E-0168-A76E-6E6FEF53EA1F}"/>
              </a:ext>
            </a:extLst>
          </p:cNvPr>
          <p:cNvSpPr txBox="1"/>
          <p:nvPr/>
        </p:nvSpPr>
        <p:spPr>
          <a:xfrm>
            <a:off x="611721" y="5098943"/>
            <a:ext cx="792055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estimate the duration of an activity in a project, it is calculated as</a:t>
            </a:r>
          </a:p>
          <a:p>
            <a:r>
              <a:rPr lang="es-MX" sz="2100" b="1" dirty="0">
                <a:highlight>
                  <a:srgbClr val="FFFF00"/>
                </a:highlight>
              </a:rPr>
              <a:t>(O + 4M + P) / 6.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8A1A5BC-F451-B3FF-1747-890FDBA80C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185" y="1148852"/>
            <a:ext cx="6633629" cy="3765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06005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211B5-871E-26D9-CCFC-658C459003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Marcador de número de diapositiva 6">
            <a:extLst>
              <a:ext uri="{FF2B5EF4-FFF2-40B4-BE49-F238E27FC236}">
                <a16:creationId xmlns:a16="http://schemas.microsoft.com/office/drawing/2014/main" id="{D3E82404-F5A7-B923-9115-D6B846B52A4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058025" y="6356350"/>
            <a:ext cx="2057400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fld id="{C27F8C5D-702A-4220-A969-A3C975335A49}" type="slidenum">
              <a:rPr lang="es-MX" altLang="es-MX" sz="140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 algn="ctr" fontAlgn="base">
                <a:spcBef>
                  <a:spcPct val="0"/>
                </a:spcBef>
                <a:spcAft>
                  <a:spcPct val="0"/>
                </a:spcAft>
                <a:buFontTx/>
                <a:buNone/>
              </a:pPr>
              <a:t>27</a:t>
            </a:fld>
            <a:endParaRPr lang="es-MX" altLang="es-MX" sz="140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077" name="Picture 6">
            <a:extLst>
              <a:ext uri="{FF2B5EF4-FFF2-40B4-BE49-F238E27FC236}">
                <a16:creationId xmlns:a16="http://schemas.microsoft.com/office/drawing/2014/main" id="{6D0CEC9A-6896-3F7D-EAAB-4458BF6E64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850" y="6080125"/>
            <a:ext cx="2122488" cy="55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A85D2A2-369D-C937-C832-AC3C504959CE}"/>
              </a:ext>
            </a:extLst>
          </p:cNvPr>
          <p:cNvCxnSpPr>
            <a:cxnSpLocks/>
          </p:cNvCxnSpPr>
          <p:nvPr/>
        </p:nvCxnSpPr>
        <p:spPr>
          <a:xfrm>
            <a:off x="196850" y="6021288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número de diapositiva 6">
            <a:extLst>
              <a:ext uri="{FF2B5EF4-FFF2-40B4-BE49-F238E27FC236}">
                <a16:creationId xmlns:a16="http://schemas.microsoft.com/office/drawing/2014/main" id="{AD08B8E1-D500-5E7A-DE1F-070752D6955D}"/>
              </a:ext>
            </a:extLst>
          </p:cNvPr>
          <p:cNvSpPr txBox="1">
            <a:spLocks/>
          </p:cNvSpPr>
          <p:nvPr/>
        </p:nvSpPr>
        <p:spPr>
          <a:xfrm>
            <a:off x="6743700" y="6218238"/>
            <a:ext cx="20574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B9C5FC5B-85A8-4BD1-A8EC-6FC0830CBFA2}" type="slidenum">
              <a:rPr lang="es-MX" sz="1400" smtClean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27</a:t>
            </a:fld>
            <a:endParaRPr lang="es-MX" sz="1400" dirty="0">
              <a:solidFill>
                <a:schemeClr val="tx2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31586A98-64FC-47AC-DEC9-9227AD7F7A52}"/>
              </a:ext>
            </a:extLst>
          </p:cNvPr>
          <p:cNvCxnSpPr>
            <a:cxnSpLocks/>
          </p:cNvCxnSpPr>
          <p:nvPr/>
        </p:nvCxnSpPr>
        <p:spPr>
          <a:xfrm>
            <a:off x="196850" y="908050"/>
            <a:ext cx="8623300" cy="0"/>
          </a:xfrm>
          <a:prstGeom prst="line">
            <a:avLst/>
          </a:prstGeom>
          <a:ln w="47625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091E0E33-864C-822F-E6A3-C00DBE28D84C}"/>
              </a:ext>
            </a:extLst>
          </p:cNvPr>
          <p:cNvSpPr txBox="1"/>
          <p:nvPr/>
        </p:nvSpPr>
        <p:spPr>
          <a:xfrm>
            <a:off x="395536" y="181065"/>
            <a:ext cx="8208912" cy="6309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3500" dirty="0">
                <a:solidFill>
                  <a:srgbClr val="0070C0"/>
                </a:solidFill>
              </a:rPr>
              <a:t>Método PERT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B6AE687-EF35-FEDF-D316-79D701D29768}"/>
              </a:ext>
            </a:extLst>
          </p:cNvPr>
          <p:cNvSpPr txBox="1"/>
          <p:nvPr/>
        </p:nvSpPr>
        <p:spPr>
          <a:xfrm>
            <a:off x="611721" y="5098943"/>
            <a:ext cx="7920558" cy="6924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 estimate the duration of an activity in a project, it is calculated as</a:t>
            </a:r>
          </a:p>
          <a:p>
            <a:r>
              <a:rPr lang="es-MX" sz="2100" b="1" dirty="0">
                <a:highlight>
                  <a:srgbClr val="FFFF00"/>
                </a:highlight>
              </a:rPr>
              <a:t>(O + 4M + P) / 6.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6F2EAAA3-06CF-27DF-D99C-7A078597E2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185" y="1148852"/>
            <a:ext cx="6633629" cy="3765884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829352C-3B64-FE24-4261-9473E668353E}"/>
              </a:ext>
            </a:extLst>
          </p:cNvPr>
          <p:cNvSpPr txBox="1"/>
          <p:nvPr/>
        </p:nvSpPr>
        <p:spPr>
          <a:xfrm>
            <a:off x="611721" y="2791111"/>
            <a:ext cx="7344655" cy="923330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US" sz="2700" b="1" dirty="0"/>
              <a:t>PERT is relevant in projects with high uncertainty.</a:t>
            </a:r>
            <a:endParaRPr lang="es-MX" sz="2700" dirty="0"/>
          </a:p>
        </p:txBody>
      </p:sp>
    </p:spTree>
    <p:extLst>
      <p:ext uri="{BB962C8B-B14F-4D97-AF65-F5344CB8AC3E}">
        <p14:creationId xmlns:p14="http://schemas.microsoft.com/office/powerpoint/2010/main" val="5280293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1881</TotalTime>
  <Words>999</Words>
  <Application>Microsoft Office PowerPoint</Application>
  <PresentationFormat>Presentación en pantalla (4:3)</PresentationFormat>
  <Paragraphs>416</Paragraphs>
  <Slides>27</Slides>
  <Notes>27</Notes>
  <HiddenSlides>0</HiddenSlides>
  <MMClips>0</MMClips>
  <ScaleCrop>false</ScaleCrop>
  <HeadingPairs>
    <vt:vector size="8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3" baseType="lpstr">
      <vt:lpstr>Aptos</vt:lpstr>
      <vt:lpstr>Arial</vt:lpstr>
      <vt:lpstr>Calibri</vt:lpstr>
      <vt:lpstr>Times New Roman</vt:lpstr>
      <vt:lpstr>Tema de Office</vt:lpstr>
      <vt:lpstr>Documento de Microsoft Word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Threads (hilos) en C#</dc:title>
  <dc:creator>ji hernandez</dc:creator>
  <cp:lastModifiedBy>Jesús Israel Hernández Hernández</cp:lastModifiedBy>
  <cp:revision>202</cp:revision>
  <dcterms:created xsi:type="dcterms:W3CDTF">2010-03-25T16:29:44Z</dcterms:created>
  <dcterms:modified xsi:type="dcterms:W3CDTF">2025-05-19T15:59:47Z</dcterms:modified>
</cp:coreProperties>
</file>